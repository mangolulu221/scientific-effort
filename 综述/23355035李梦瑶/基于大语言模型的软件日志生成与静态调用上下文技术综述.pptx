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sldIdLst>
    <p:sldId id="260" r:id="rId4"/>
    <p:sldId id="261" r:id="rId6"/>
    <p:sldId id="262" r:id="rId7"/>
    <p:sldId id="263" r:id="rId8"/>
    <p:sldId id="264" r:id="rId9"/>
    <p:sldId id="265" r:id="rId10"/>
    <p:sldId id="276" r:id="rId11"/>
    <p:sldId id="267" r:id="rId12"/>
    <p:sldId id="268" r:id="rId13"/>
    <p:sldId id="277" r:id="rId14"/>
    <p:sldId id="269" r:id="rId15"/>
    <p:sldId id="270" r:id="rId16"/>
    <p:sldId id="271" r:id="rId17"/>
    <p:sldId id="278" r:id="rId18"/>
    <p:sldId id="273" r:id="rId19"/>
    <p:sldId id="274" r:id="rId20"/>
    <p:sldId id="275" r:id="rId2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幻灯片制作：中山大学党委宣传部 陈柏辰</a:t>
            </a:r>
            <a:endParaRPr lang="en-US" altLang="zh-CN" dirty="0"/>
          </a:p>
          <a:p>
            <a:r>
              <a:rPr lang="zh-CN" altLang="en-US" dirty="0"/>
              <a:t>幻灯片内置的所有示例图片、手绘建筑元素版权归中山大学党委宣传部和供稿人所有，不得移作他用。</a:t>
            </a:r>
            <a:endParaRPr lang="en-US" altLang="zh-CN" dirty="0"/>
          </a:p>
        </p:txBody>
      </p:sp>
      <p:sp>
        <p:nvSpPr>
          <p:cNvPr id="4" name="灯片编号占位符 3"/>
          <p:cNvSpPr>
            <a:spLocks noGrp="1"/>
          </p:cNvSpPr>
          <p:nvPr>
            <p:ph type="sldNum" sz="quarter" idx="5"/>
          </p:nvPr>
        </p:nvSpPr>
        <p:spPr/>
        <p:txBody>
          <a:bodyPr/>
          <a:lstStyle/>
          <a:p>
            <a:fld id="{E74127BC-9BFA-4E82-A2EA-7A71240EA3C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幻灯片制作：中山大学党委宣传部 陈柏辰</a:t>
            </a:r>
            <a:endParaRPr lang="en-US" altLang="zh-CN" dirty="0"/>
          </a:p>
          <a:p>
            <a:r>
              <a:rPr lang="zh-CN" altLang="en-US" dirty="0"/>
              <a:t>幻灯片内置的所有示例图片、手绘建筑元素版权归中山大学党委宣传部和供稿人所有，不得移作他用。</a:t>
            </a:r>
            <a:endParaRPr lang="en-US" altLang="zh-CN" dirty="0"/>
          </a:p>
        </p:txBody>
      </p:sp>
      <p:sp>
        <p:nvSpPr>
          <p:cNvPr id="4" name="灯片编号占位符 3"/>
          <p:cNvSpPr>
            <a:spLocks noGrp="1"/>
          </p:cNvSpPr>
          <p:nvPr>
            <p:ph type="sldNum" sz="quarter" idx="5"/>
          </p:nvPr>
        </p:nvSpPr>
        <p:spPr/>
        <p:txBody>
          <a:bodyPr/>
          <a:lstStyle/>
          <a:p>
            <a:fld id="{E74127BC-9BFA-4E82-A2EA-7A71240EA3C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幻灯片制作：中山大学党委宣传部 陈柏辰</a:t>
            </a:r>
            <a:endParaRPr lang="en-US" altLang="zh-CN" dirty="0"/>
          </a:p>
          <a:p>
            <a:r>
              <a:rPr lang="zh-CN" altLang="en-US" dirty="0"/>
              <a:t>幻灯片内置的所有示例图片、手绘元素版权归中山大学党委宣传部和供稿人所有，不得移作他用。</a:t>
            </a:r>
            <a:endParaRPr lang="en-US" altLang="zh-CN" dirty="0"/>
          </a:p>
        </p:txBody>
      </p:sp>
      <p:sp>
        <p:nvSpPr>
          <p:cNvPr id="4" name="灯片编号占位符 3"/>
          <p:cNvSpPr>
            <a:spLocks noGrp="1"/>
          </p:cNvSpPr>
          <p:nvPr>
            <p:ph type="sldNum" sz="quarter" idx="5"/>
          </p:nvPr>
        </p:nvSpPr>
        <p:spPr/>
        <p:txBody>
          <a:bodyPr/>
          <a:lstStyle/>
          <a:p>
            <a:fld id="{E74127BC-9BFA-4E82-A2EA-7A71240EA3C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3" Type="http://schemas.openxmlformats.org/officeDocument/2006/relationships/tags" Target="../tags/tag84.xml"/><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59_5">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88" hasCustomPrompt="1"/>
            <p:custDataLst>
              <p:tags r:id="rId6"/>
            </p:custDataLst>
          </p:nvPr>
        </p:nvSpPr>
        <p:spPr>
          <a:xfrm>
            <a:off x="609600" y="40132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89" hasCustomPrompt="1"/>
            <p:custDataLst>
              <p:tags r:id="rId7"/>
            </p:custDataLst>
          </p:nvPr>
        </p:nvSpPr>
        <p:spPr>
          <a:xfrm>
            <a:off x="6096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1524000"/>
            <a:ext cx="1082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032000"/>
            <a:ext cx="108204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5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8" hasCustomPrompt="1"/>
            <p:custDataLst>
              <p:tags r:id="rId6"/>
            </p:custDataLst>
          </p:nvPr>
        </p:nvSpPr>
        <p:spPr>
          <a:xfrm>
            <a:off x="628650" y="2057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01</a:t>
            </a:r>
            <a:endParaRPr lang="zh-CN" altLang="en-US" smtClean="0"/>
          </a:p>
        </p:txBody>
      </p:sp>
      <p:sp>
        <p:nvSpPr>
          <p:cNvPr id="13" name="文本占位符 12"/>
          <p:cNvSpPr>
            <a:spLocks noGrp="1"/>
          </p:cNvSpPr>
          <p:nvPr>
            <p:ph type="body" idx="16386" hasCustomPrompt="1"/>
            <p:custDataLst>
              <p:tags r:id="rId7"/>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91" hasCustomPrompt="1"/>
            <p:custDataLst>
              <p:tags r:id="rId9"/>
            </p:custDataLst>
          </p:nvPr>
        </p:nvSpPr>
        <p:spPr>
          <a:xfrm>
            <a:off x="6343650" y="2057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02</a:t>
            </a:r>
            <a:endParaRPr lang="zh-CN" altLang="en-US" smtClean="0"/>
          </a:p>
        </p:txBody>
      </p:sp>
      <p:sp>
        <p:nvSpPr>
          <p:cNvPr id="16" name="文本占位符 15"/>
          <p:cNvSpPr>
            <a:spLocks noGrp="1"/>
          </p:cNvSpPr>
          <p:nvPr>
            <p:ph type="body" idx="16389" hasCustomPrompt="1"/>
            <p:custDataLst>
              <p:tags r:id="rId10"/>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90" hasCustomPrompt="1"/>
            <p:custDataLst>
              <p:tags r:id="rId11"/>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94" hasCustomPrompt="1"/>
            <p:custDataLst>
              <p:tags r:id="rId12"/>
            </p:custDataLst>
          </p:nvPr>
        </p:nvSpPr>
        <p:spPr>
          <a:xfrm>
            <a:off x="628650" y="4191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03</a:t>
            </a:r>
            <a:endParaRPr lang="zh-CN" altLang="en-US" smtClean="0"/>
          </a:p>
        </p:txBody>
      </p:sp>
      <p:sp>
        <p:nvSpPr>
          <p:cNvPr id="19" name="文本占位符 18"/>
          <p:cNvSpPr>
            <a:spLocks noGrp="1"/>
          </p:cNvSpPr>
          <p:nvPr>
            <p:ph type="body" idx="16392" hasCustomPrompt="1"/>
            <p:custDataLst>
              <p:tags r:id="rId13"/>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93" hasCustomPrompt="1"/>
            <p:custDataLst>
              <p:tags r:id="rId14"/>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7" hasCustomPrompt="1"/>
            <p:custDataLst>
              <p:tags r:id="rId15"/>
            </p:custDataLst>
          </p:nvPr>
        </p:nvSpPr>
        <p:spPr>
          <a:xfrm>
            <a:off x="6343650" y="41910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chemeClr val="accent1"/>
                </a:solidFill>
              </a:defRPr>
            </a:lvl1pPr>
          </a:lstStyle>
          <a:p>
            <a:pPr lvl="0"/>
            <a:r>
              <a:rPr lang="zh-CN" altLang="en-US" smtClean="0"/>
              <a:t>04</a:t>
            </a:r>
            <a:endParaRPr lang="zh-CN" altLang="en-US" smtClean="0"/>
          </a:p>
        </p:txBody>
      </p:sp>
      <p:sp>
        <p:nvSpPr>
          <p:cNvPr id="22" name="文本占位符 21"/>
          <p:cNvSpPr>
            <a:spLocks noGrp="1"/>
          </p:cNvSpPr>
          <p:nvPr>
            <p:ph type="body" idx="16395" hasCustomPrompt="1"/>
            <p:custDataLst>
              <p:tags r:id="rId16"/>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6" hasCustomPrompt="1"/>
            <p:custDataLst>
              <p:tags r:id="rId17"/>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上标下内-装饰右叠-默认位置-并列-31_9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14400" y="18669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2794000" y="1892300"/>
            <a:ext cx="84836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2794000" y="2451100"/>
            <a:ext cx="8483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09600" y="4038600"/>
            <a:ext cx="10972800" cy="2209800"/>
          </a:xfrm>
          <a:custGeom>
            <a:avLst/>
            <a:gdLst>
              <a:gd name="connisteX0" fmla="*/ 0 w 10972800"/>
              <a:gd name="connsiteY0" fmla="*/ 203200 h 2209800"/>
              <a:gd name="connisteX1" fmla="*/ 203200 w 10972800"/>
              <a:gd name="connsiteY1" fmla="*/ 0 h 2209800"/>
              <a:gd name="connisteX2" fmla="*/ 10769600 w 10972800"/>
              <a:gd name="connsiteY2" fmla="*/ 0 h 2209800"/>
              <a:gd name="connisteX3" fmla="*/ 10972800 w 10972800"/>
              <a:gd name="connsiteY3" fmla="*/ 203200 h 2209800"/>
              <a:gd name="connisteX4" fmla="*/ 10972800 w 10972800"/>
              <a:gd name="connsiteY4" fmla="*/ 2006600 h 2209800"/>
              <a:gd name="connisteX5" fmla="*/ 10769600 w 10972800"/>
              <a:gd name="connsiteY5" fmla="*/ 2209800 h 2209800"/>
              <a:gd name="connisteX6" fmla="*/ 203200 w 10972800"/>
              <a:gd name="connsiteY6" fmla="*/ 2209800 h 2209800"/>
              <a:gd name="connisteX7" fmla="*/ 0 w 10972800"/>
              <a:gd name="connsiteY7" fmla="*/ 2006600 h 2209800"/>
              <a:gd name="connisteX8" fmla="*/ 0 w 109728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09800">
                <a:moveTo>
                  <a:pt x="0" y="203200"/>
                </a:moveTo>
                <a:cubicBezTo>
                  <a:pt x="0" y="90976"/>
                  <a:pt x="90976" y="0"/>
                  <a:pt x="203200" y="0"/>
                </a:cubicBezTo>
                <a:lnTo>
                  <a:pt x="10769600" y="0"/>
                </a:lnTo>
                <a:cubicBezTo>
                  <a:pt x="10881824" y="0"/>
                  <a:pt x="10972800" y="90976"/>
                  <a:pt x="10972800" y="203200"/>
                </a:cubicBezTo>
                <a:lnTo>
                  <a:pt x="10972800" y="2006600"/>
                </a:lnTo>
                <a:cubicBezTo>
                  <a:pt x="10972800" y="2118824"/>
                  <a:pt x="10881824" y="2209800"/>
                  <a:pt x="107696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914400" y="4381500"/>
            <a:ext cx="1524000" cy="1524000"/>
          </a:xfrm>
          <a:custGeom>
            <a:avLst/>
            <a:gdLst>
              <a:gd name="connisteX0" fmla="*/ 0 w 1524000"/>
              <a:gd name="connsiteY0" fmla="*/ 762000 h 1524000"/>
              <a:gd name="connisteX1" fmla="*/ 762000 w 1524000"/>
              <a:gd name="connsiteY1" fmla="*/ 0 h 1524000"/>
              <a:gd name="connisteX2" fmla="*/ 762000 w 1524000"/>
              <a:gd name="connsiteY2" fmla="*/ 0 h 1524000"/>
              <a:gd name="connisteX3" fmla="*/ 1524000 w 1524000"/>
              <a:gd name="connsiteY3" fmla="*/ 762000 h 1524000"/>
              <a:gd name="connisteX4" fmla="*/ 1524000 w 1524000"/>
              <a:gd name="connsiteY4" fmla="*/ 762000 h 1524000"/>
              <a:gd name="connisteX5" fmla="*/ 762000 w 1524000"/>
              <a:gd name="connsiteY5" fmla="*/ 1524000 h 1524000"/>
              <a:gd name="connisteX6" fmla="*/ 762000 w 1524000"/>
              <a:gd name="connsiteY6" fmla="*/ 1524000 h 1524000"/>
              <a:gd name="connisteX7" fmla="*/ 0 w 1524000"/>
              <a:gd name="connsiteY7" fmla="*/ 762000 h 1524000"/>
              <a:gd name="connisteX8" fmla="*/ 0 w 1524000"/>
              <a:gd name="connsiteY8" fmla="*/ 762000 h 1524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524000" h="1524000">
                <a:moveTo>
                  <a:pt x="0" y="762000"/>
                </a:moveTo>
                <a:cubicBezTo>
                  <a:pt x="0" y="341159"/>
                  <a:pt x="341159" y="0"/>
                  <a:pt x="762000" y="0"/>
                </a:cubicBezTo>
                <a:lnTo>
                  <a:pt x="762000" y="0"/>
                </a:lnTo>
                <a:cubicBezTo>
                  <a:pt x="1182841" y="0"/>
                  <a:pt x="1524000" y="341159"/>
                  <a:pt x="1524000" y="762000"/>
                </a:cubicBezTo>
                <a:lnTo>
                  <a:pt x="1524000" y="762000"/>
                </a:lnTo>
                <a:cubicBezTo>
                  <a:pt x="1524000" y="1182841"/>
                  <a:pt x="1182841" y="1524000"/>
                  <a:pt x="762000" y="1524000"/>
                </a:cubicBezTo>
                <a:lnTo>
                  <a:pt x="762000" y="1524000"/>
                </a:lnTo>
                <a:cubicBezTo>
                  <a:pt x="341159" y="1524000"/>
                  <a:pt x="0" y="1182841"/>
                  <a:pt x="0" y="762000"/>
                </a:cubicBezTo>
                <a:lnTo>
                  <a:pt x="0" y="7620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2794000" y="4406900"/>
            <a:ext cx="84836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2794000" y="4965700"/>
            <a:ext cx="84836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7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1" hasCustomPrompt="1"/>
            <p:custDataLst>
              <p:tags r:id="rId6"/>
            </p:custDataLst>
          </p:nvPr>
        </p:nvSpPr>
        <p:spPr>
          <a:xfrm>
            <a:off x="609600" y="2362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0" hasCustomPrompt="1"/>
            <p:custDataLst>
              <p:tags r:id="rId7"/>
            </p:custDataLst>
          </p:nvPr>
        </p:nvSpPr>
        <p:spPr>
          <a:xfrm>
            <a:off x="894080" y="26466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2133600" y="24130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2133600" y="29210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3" hasCustomPrompt="1"/>
            <p:custDataLst>
              <p:tags r:id="rId10"/>
            </p:custDataLst>
          </p:nvPr>
        </p:nvSpPr>
        <p:spPr>
          <a:xfrm>
            <a:off x="609600" y="4191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2" hasCustomPrompt="1"/>
            <p:custDataLst>
              <p:tags r:id="rId11"/>
            </p:custDataLst>
          </p:nvPr>
        </p:nvSpPr>
        <p:spPr>
          <a:xfrm>
            <a:off x="894080" y="4475480"/>
            <a:ext cx="650240" cy="65024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2133600" y="42418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2133600" y="4749800"/>
            <a:ext cx="944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9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22606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857250" y="2565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2133600" y="21590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2133600" y="2667000"/>
            <a:ext cx="9448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3" hasCustomPrompt="1"/>
            <p:custDataLst>
              <p:tags r:id="rId10"/>
            </p:custDataLst>
          </p:nvPr>
        </p:nvSpPr>
        <p:spPr>
          <a:xfrm>
            <a:off x="609600" y="42926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857250" y="45974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2133600" y="4191000"/>
            <a:ext cx="944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0" hasCustomPrompt="1"/>
            <p:custDataLst>
              <p:tags r:id="rId13"/>
            </p:custDataLst>
          </p:nvPr>
        </p:nvSpPr>
        <p:spPr>
          <a:xfrm>
            <a:off x="2133600" y="4699000"/>
            <a:ext cx="94488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上标下内-装饰右-方向错位-并列-26_12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609600" y="1524000"/>
            <a:ext cx="8432800" cy="2209800"/>
          </a:xfrm>
          <a:custGeom>
            <a:avLst/>
            <a:gdLst>
              <a:gd name="connisteX0" fmla="*/ 0 w 8432800"/>
              <a:gd name="connsiteY0" fmla="*/ 203200 h 2209800"/>
              <a:gd name="connisteX1" fmla="*/ 203200 w 8432800"/>
              <a:gd name="connsiteY1" fmla="*/ 0 h 2209800"/>
              <a:gd name="connisteX2" fmla="*/ 8432800 w 8432800"/>
              <a:gd name="connsiteY2" fmla="*/ 0 h 2209800"/>
              <a:gd name="connisteX3" fmla="*/ 8432800 w 8432800"/>
              <a:gd name="connsiteY3" fmla="*/ 2209800 h 2209800"/>
              <a:gd name="connisteX4" fmla="*/ 203200 w 8432800"/>
              <a:gd name="connsiteY4" fmla="*/ 2209800 h 2209800"/>
              <a:gd name="connisteX5" fmla="*/ 0 w 8432800"/>
              <a:gd name="connsiteY5" fmla="*/ 2006600 h 2209800"/>
              <a:gd name="connisteX6" fmla="*/ 0 w 84328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203200"/>
                </a:moveTo>
                <a:cubicBezTo>
                  <a:pt x="0" y="90976"/>
                  <a:pt x="90976" y="0"/>
                  <a:pt x="203200" y="0"/>
                </a:cubicBezTo>
                <a:lnTo>
                  <a:pt x="8432800" y="0"/>
                </a:lnTo>
                <a:lnTo>
                  <a:pt x="8432800" y="2209800"/>
                </a:ln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9042400" y="1524000"/>
            <a:ext cx="2540000" cy="2209800"/>
          </a:xfrm>
          <a:custGeom>
            <a:avLst/>
            <a:gdLst>
              <a:gd name="connisteX0" fmla="*/ 0 w 2540000"/>
              <a:gd name="connsiteY0" fmla="*/ 0 h 2209800"/>
              <a:gd name="connisteX1" fmla="*/ 2336800 w 2540000"/>
              <a:gd name="connsiteY1" fmla="*/ 0 h 2209800"/>
              <a:gd name="connisteX2" fmla="*/ 2540000 w 2540000"/>
              <a:gd name="connsiteY2" fmla="*/ 203200 h 2209800"/>
              <a:gd name="connisteX3" fmla="*/ 2540000 w 2540000"/>
              <a:gd name="connsiteY3" fmla="*/ 2006600 h 2209800"/>
              <a:gd name="connisteX4" fmla="*/ 2336800 w 2540000"/>
              <a:gd name="connsiteY4" fmla="*/ 2209800 h 2209800"/>
              <a:gd name="connisteX5" fmla="*/ 0 w 2540000"/>
              <a:gd name="connsiteY5" fmla="*/ 2209800 h 2209800"/>
              <a:gd name="connisteX6" fmla="*/ 0 w 254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0"/>
                </a:moveTo>
                <a:lnTo>
                  <a:pt x="2336800" y="0"/>
                </a:lnTo>
                <a:cubicBezTo>
                  <a:pt x="2449024" y="0"/>
                  <a:pt x="2540000" y="90976"/>
                  <a:pt x="2540000" y="203200"/>
                </a:cubicBezTo>
                <a:lnTo>
                  <a:pt x="2540000" y="2006600"/>
                </a:lnTo>
                <a:cubicBezTo>
                  <a:pt x="2540000" y="2118824"/>
                  <a:pt x="2449024" y="2209800"/>
                  <a:pt x="2336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1892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914400" y="24511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3454400" y="44069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3454400" y="4965700"/>
            <a:ext cx="7823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上标下内-装饰背景-装饰背景-并列-57_10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3149600" y="15240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3454400" y="17907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3454400" y="2247900"/>
            <a:ext cx="78232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3149600" y="4038600"/>
            <a:ext cx="8432800" cy="2209800"/>
          </a:xfrm>
          <a:custGeom>
            <a:avLst/>
            <a:gdLst>
              <a:gd name="connisteX0" fmla="*/ 0 w 8432800"/>
              <a:gd name="connsiteY0" fmla="*/ 0 h 2209800"/>
              <a:gd name="connisteX1" fmla="*/ 8229600 w 8432800"/>
              <a:gd name="connsiteY1" fmla="*/ 0 h 2209800"/>
              <a:gd name="connisteX2" fmla="*/ 8432800 w 8432800"/>
              <a:gd name="connsiteY2" fmla="*/ 203200 h 2209800"/>
              <a:gd name="connisteX3" fmla="*/ 8432800 w 8432800"/>
              <a:gd name="connsiteY3" fmla="*/ 2006600 h 2209800"/>
              <a:gd name="connisteX4" fmla="*/ 8229600 w 8432800"/>
              <a:gd name="connsiteY4" fmla="*/ 2209800 h 2209800"/>
              <a:gd name="connisteX5" fmla="*/ 0 w 8432800"/>
              <a:gd name="connsiteY5" fmla="*/ 2209800 h 2209800"/>
              <a:gd name="connisteX6" fmla="*/ 0 w 8432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8432800" h="2209800">
                <a:moveTo>
                  <a:pt x="0" y="0"/>
                </a:moveTo>
                <a:lnTo>
                  <a:pt x="8229600" y="0"/>
                </a:lnTo>
                <a:cubicBezTo>
                  <a:pt x="8341824" y="0"/>
                  <a:pt x="8432800" y="90976"/>
                  <a:pt x="8432800" y="203200"/>
                </a:cubicBezTo>
                <a:lnTo>
                  <a:pt x="8432800" y="2006600"/>
                </a:lnTo>
                <a:cubicBezTo>
                  <a:pt x="8432800" y="2118824"/>
                  <a:pt x="8341824" y="2209800"/>
                  <a:pt x="8229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2540000" cy="2209800"/>
          </a:xfrm>
          <a:custGeom>
            <a:avLst/>
            <a:gdLst>
              <a:gd name="connisteX0" fmla="*/ 0 w 2540000"/>
              <a:gd name="connsiteY0" fmla="*/ 203200 h 2209800"/>
              <a:gd name="connisteX1" fmla="*/ 203200 w 2540000"/>
              <a:gd name="connsiteY1" fmla="*/ 0 h 2209800"/>
              <a:gd name="connisteX2" fmla="*/ 2540000 w 2540000"/>
              <a:gd name="connsiteY2" fmla="*/ 0 h 2209800"/>
              <a:gd name="connisteX3" fmla="*/ 2540000 w 2540000"/>
              <a:gd name="connsiteY3" fmla="*/ 2209800 h 2209800"/>
              <a:gd name="connisteX4" fmla="*/ 203200 w 2540000"/>
              <a:gd name="connsiteY4" fmla="*/ 2209800 h 2209800"/>
              <a:gd name="connisteX5" fmla="*/ 0 w 2540000"/>
              <a:gd name="connsiteY5" fmla="*/ 2006600 h 2209800"/>
              <a:gd name="connisteX6" fmla="*/ 0 w 254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540000" h="2209800">
                <a:moveTo>
                  <a:pt x="0" y="203200"/>
                </a:moveTo>
                <a:cubicBezTo>
                  <a:pt x="0" y="90976"/>
                  <a:pt x="90976" y="0"/>
                  <a:pt x="203200" y="0"/>
                </a:cubicBezTo>
                <a:lnTo>
                  <a:pt x="2540000" y="0"/>
                </a:lnTo>
                <a:lnTo>
                  <a:pt x="2540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3454400" y="4305300"/>
            <a:ext cx="7823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3454400" y="4762500"/>
            <a:ext cx="78232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11_group1">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4165600" y="1524000"/>
            <a:ext cx="7416800" cy="2209800"/>
          </a:xfrm>
          <a:custGeom>
            <a:avLst/>
            <a:gdLst>
              <a:gd name="connisteX0" fmla="*/ 0 w 7416800"/>
              <a:gd name="connsiteY0" fmla="*/ 0 h 2209800"/>
              <a:gd name="connisteX1" fmla="*/ 7213600 w 7416800"/>
              <a:gd name="connsiteY1" fmla="*/ 0 h 2209800"/>
              <a:gd name="connisteX2" fmla="*/ 7416800 w 7416800"/>
              <a:gd name="connsiteY2" fmla="*/ 203200 h 2209800"/>
              <a:gd name="connisteX3" fmla="*/ 7416800 w 7416800"/>
              <a:gd name="connsiteY3" fmla="*/ 2006600 h 2209800"/>
              <a:gd name="connisteX4" fmla="*/ 7213600 w 7416800"/>
              <a:gd name="connsiteY4" fmla="*/ 2209800 h 2209800"/>
              <a:gd name="connisteX5" fmla="*/ 0 w 7416800"/>
              <a:gd name="connsiteY5" fmla="*/ 2209800 h 2209800"/>
              <a:gd name="connisteX6" fmla="*/ 0 w 7416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0"/>
                </a:moveTo>
                <a:lnTo>
                  <a:pt x="7213600" y="0"/>
                </a:lnTo>
                <a:cubicBezTo>
                  <a:pt x="7325824" y="0"/>
                  <a:pt x="7416800" y="90976"/>
                  <a:pt x="7416800" y="203200"/>
                </a:cubicBezTo>
                <a:lnTo>
                  <a:pt x="7416800" y="2006600"/>
                </a:lnTo>
                <a:cubicBezTo>
                  <a:pt x="7416800" y="2118824"/>
                  <a:pt x="7325824" y="2209800"/>
                  <a:pt x="7213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3556000" cy="2209800"/>
          </a:xfrm>
          <a:custGeom>
            <a:avLst/>
            <a:gdLst>
              <a:gd name="connisteX0" fmla="*/ 0 w 3556000"/>
              <a:gd name="connsiteY0" fmla="*/ 203200 h 2209800"/>
              <a:gd name="connisteX1" fmla="*/ 203200 w 3556000"/>
              <a:gd name="connsiteY1" fmla="*/ 0 h 2209800"/>
              <a:gd name="connisteX2" fmla="*/ 3556000 w 3556000"/>
              <a:gd name="connsiteY2" fmla="*/ 0 h 2209800"/>
              <a:gd name="connisteX3" fmla="*/ 3556000 w 3556000"/>
              <a:gd name="connsiteY3" fmla="*/ 2209800 h 2209800"/>
              <a:gd name="connisteX4" fmla="*/ 203200 w 3556000"/>
              <a:gd name="connsiteY4" fmla="*/ 2209800 h 2209800"/>
              <a:gd name="connisteX5" fmla="*/ 0 w 3556000"/>
              <a:gd name="connsiteY5" fmla="*/ 2006600 h 2209800"/>
              <a:gd name="connisteX6" fmla="*/ 0 w 3556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203200"/>
                </a:moveTo>
                <a:cubicBezTo>
                  <a:pt x="0" y="90976"/>
                  <a:pt x="90976" y="0"/>
                  <a:pt x="203200" y="0"/>
                </a:cubicBezTo>
                <a:lnTo>
                  <a:pt x="3556000" y="0"/>
                </a:lnTo>
                <a:lnTo>
                  <a:pt x="3556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4470400" y="1892300"/>
            <a:ext cx="6807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4470400" y="2451100"/>
            <a:ext cx="6807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4165600" y="4038600"/>
            <a:ext cx="7416800" cy="2209800"/>
          </a:xfrm>
          <a:custGeom>
            <a:avLst/>
            <a:gdLst>
              <a:gd name="connisteX0" fmla="*/ 0 w 7416800"/>
              <a:gd name="connsiteY0" fmla="*/ 0 h 2209800"/>
              <a:gd name="connisteX1" fmla="*/ 7213600 w 7416800"/>
              <a:gd name="connsiteY1" fmla="*/ 0 h 2209800"/>
              <a:gd name="connisteX2" fmla="*/ 7416800 w 7416800"/>
              <a:gd name="connsiteY2" fmla="*/ 203200 h 2209800"/>
              <a:gd name="connisteX3" fmla="*/ 7416800 w 7416800"/>
              <a:gd name="connsiteY3" fmla="*/ 2006600 h 2209800"/>
              <a:gd name="connisteX4" fmla="*/ 7213600 w 7416800"/>
              <a:gd name="connsiteY4" fmla="*/ 2209800 h 2209800"/>
              <a:gd name="connisteX5" fmla="*/ 0 w 7416800"/>
              <a:gd name="connsiteY5" fmla="*/ 2209800 h 2209800"/>
              <a:gd name="connisteX6" fmla="*/ 0 w 7416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416800" h="2209800">
                <a:moveTo>
                  <a:pt x="0" y="0"/>
                </a:moveTo>
                <a:lnTo>
                  <a:pt x="7213600" y="0"/>
                </a:lnTo>
                <a:cubicBezTo>
                  <a:pt x="7325824" y="0"/>
                  <a:pt x="7416800" y="90976"/>
                  <a:pt x="7416800" y="203200"/>
                </a:cubicBezTo>
                <a:lnTo>
                  <a:pt x="7416800" y="2006600"/>
                </a:lnTo>
                <a:cubicBezTo>
                  <a:pt x="7416800" y="2118824"/>
                  <a:pt x="7325824" y="2209800"/>
                  <a:pt x="7213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3556000" cy="2209800"/>
          </a:xfrm>
          <a:custGeom>
            <a:avLst/>
            <a:gdLst>
              <a:gd name="connisteX0" fmla="*/ 0 w 3556000"/>
              <a:gd name="connsiteY0" fmla="*/ 203200 h 2209800"/>
              <a:gd name="connisteX1" fmla="*/ 203200 w 3556000"/>
              <a:gd name="connsiteY1" fmla="*/ 0 h 2209800"/>
              <a:gd name="connisteX2" fmla="*/ 3556000 w 3556000"/>
              <a:gd name="connsiteY2" fmla="*/ 0 h 2209800"/>
              <a:gd name="connisteX3" fmla="*/ 3556000 w 3556000"/>
              <a:gd name="connsiteY3" fmla="*/ 2209800 h 2209800"/>
              <a:gd name="connisteX4" fmla="*/ 203200 w 3556000"/>
              <a:gd name="connsiteY4" fmla="*/ 2209800 h 2209800"/>
              <a:gd name="connisteX5" fmla="*/ 0 w 3556000"/>
              <a:gd name="connsiteY5" fmla="*/ 2006600 h 2209800"/>
              <a:gd name="connisteX6" fmla="*/ 0 w 3556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56000" h="2209800">
                <a:moveTo>
                  <a:pt x="0" y="203200"/>
                </a:moveTo>
                <a:cubicBezTo>
                  <a:pt x="0" y="90976"/>
                  <a:pt x="90976" y="0"/>
                  <a:pt x="203200" y="0"/>
                </a:cubicBezTo>
                <a:lnTo>
                  <a:pt x="3556000" y="0"/>
                </a:lnTo>
                <a:lnTo>
                  <a:pt x="3556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470400" y="4406900"/>
            <a:ext cx="6807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4470400" y="4965700"/>
            <a:ext cx="68072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14_3">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3429000" cy="54864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87" hasCustomPrompt="1"/>
            <p:custDataLst>
              <p:tags r:id="rId6"/>
            </p:custDataLst>
          </p:nvPr>
        </p:nvSpPr>
        <p:spPr>
          <a:xfrm>
            <a:off x="4648200" y="609600"/>
            <a:ext cx="6934200" cy="5638800"/>
          </a:xfrm>
          <a:custGeom>
            <a:avLst/>
            <a:gdLst>
              <a:gd name="connisteX0" fmla="*/ 0 w 6934200"/>
              <a:gd name="connsiteY0" fmla="*/ 203200 h 5638800"/>
              <a:gd name="connisteX1" fmla="*/ 203200 w 6934200"/>
              <a:gd name="connsiteY1" fmla="*/ 0 h 5638800"/>
              <a:gd name="connisteX2" fmla="*/ 6731000 w 6934200"/>
              <a:gd name="connsiteY2" fmla="*/ 0 h 5638800"/>
              <a:gd name="connisteX3" fmla="*/ 6934200 w 6934200"/>
              <a:gd name="connsiteY3" fmla="*/ 203200 h 5638800"/>
              <a:gd name="connisteX4" fmla="*/ 6934200 w 6934200"/>
              <a:gd name="connsiteY4" fmla="*/ 5435600 h 5638800"/>
              <a:gd name="connisteX5" fmla="*/ 6731000 w 6934200"/>
              <a:gd name="connsiteY5" fmla="*/ 5638800 h 5638800"/>
              <a:gd name="connisteX6" fmla="*/ 203200 w 6934200"/>
              <a:gd name="connsiteY6" fmla="*/ 5638800 h 5638800"/>
              <a:gd name="connisteX7" fmla="*/ 0 w 6934200"/>
              <a:gd name="connsiteY7" fmla="*/ 5435600 h 5638800"/>
              <a:gd name="connisteX8" fmla="*/ 0 w 69342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934200" h="5638800">
                <a:moveTo>
                  <a:pt x="0" y="203200"/>
                </a:moveTo>
                <a:cubicBezTo>
                  <a:pt x="0" y="90976"/>
                  <a:pt x="90976" y="0"/>
                  <a:pt x="203200" y="0"/>
                </a:cubicBezTo>
                <a:lnTo>
                  <a:pt x="6731000" y="0"/>
                </a:lnTo>
                <a:cubicBezTo>
                  <a:pt x="6843224" y="0"/>
                  <a:pt x="6934200" y="90976"/>
                  <a:pt x="6934200" y="203200"/>
                </a:cubicBezTo>
                <a:lnTo>
                  <a:pt x="6934200" y="5435600"/>
                </a:lnTo>
                <a:cubicBezTo>
                  <a:pt x="6934200" y="5547824"/>
                  <a:pt x="6843224" y="5638800"/>
                  <a:pt x="6731000" y="5638800"/>
                </a:cubicBezTo>
                <a:lnTo>
                  <a:pt x="203200" y="5638800"/>
                </a:lnTo>
                <a:cubicBezTo>
                  <a:pt x="90976" y="5638800"/>
                  <a:pt x="0" y="5547824"/>
                  <a:pt x="0" y="5435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5054600" y="1143000"/>
            <a:ext cx="6121400" cy="4572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3"/>
            </p:custDataLst>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custDataLst>
              <p:tags r:id="rId4"/>
            </p:custDataLst>
          </p:nvPr>
        </p:nvSpPr>
        <p:spPr/>
        <p:txBody>
          <a:bodyPr/>
          <a:lstStyle/>
          <a:p>
            <a:fld id="{041F3A94-B606-4C89-89E1-A3704B3B0B04}"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内容占位符 2"/>
          <p:cNvSpPr>
            <a:spLocks noGrp="1"/>
          </p:cNvSpPr>
          <p:nvPr>
            <p:ph idx="1"/>
            <p:custDataLst>
              <p:tags r:id="rId3"/>
            </p:custDataLst>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041F3A94-B606-4C89-89E1-A3704B3B0B04}"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custDataLst>
              <p:tags r:id="rId3"/>
            </p:custDataLst>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custDataLst>
              <p:tags r:id="rId4"/>
            </p:custDataLst>
          </p:nvPr>
        </p:nvSpPr>
        <p:spPr/>
        <p:txBody>
          <a:bodyPr/>
          <a:lstStyle/>
          <a:p>
            <a:fld id="{041F3A94-B606-4C89-89E1-A3704B3B0B04}"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custDataLst>
              <p:tags r:id="rId4"/>
            </p:custDataLst>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custDataLst>
              <p:tags r:id="rId5"/>
            </p:custDataLst>
          </p:nvPr>
        </p:nvSpPr>
        <p:spPr/>
        <p:txBody>
          <a:bodyPr/>
          <a:lstStyle/>
          <a:p>
            <a:fld id="{041F3A94-B606-4C89-89E1-A3704B3B0B04}"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custDataLst>
              <p:tags r:id="rId3"/>
            </p:custDataLst>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custDataLst>
              <p:tags r:id="rId4"/>
            </p:custDataLst>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custDataLst>
              <p:tags r:id="rId5"/>
            </p:custDataLst>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custDataLst>
              <p:tags r:id="rId6"/>
            </p:custDataLst>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custDataLst>
              <p:tags r:id="rId7"/>
            </p:custDataLst>
          </p:nvPr>
        </p:nvSpPr>
        <p:spPr/>
        <p:txBody>
          <a:bodyPr/>
          <a:lstStyle/>
          <a:p>
            <a:fld id="{041F3A94-B606-4C89-89E1-A3704B3B0B04}"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041F3A94-B606-4C89-89E1-A3704B3B0B04}"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041F3A94-B606-4C89-89E1-A3704B3B0B04}"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custDataLst>
              <p:tags r:id="rId4"/>
            </p:custDataLst>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5"/>
            </p:custDataLst>
          </p:nvPr>
        </p:nvSpPr>
        <p:spPr/>
        <p:txBody>
          <a:bodyPr/>
          <a:lstStyle/>
          <a:p>
            <a:fld id="{041F3A94-B606-4C89-89E1-A3704B3B0B04}"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custDataLst>
              <p:tags r:id="rId3"/>
            </p:custDataLst>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custDataLst>
              <p:tags r:id="rId4"/>
            </p:custDataLst>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5"/>
            </p:custDataLst>
          </p:nvPr>
        </p:nvSpPr>
        <p:spPr/>
        <p:txBody>
          <a:bodyPr/>
          <a:lstStyle/>
          <a:p>
            <a:fld id="{041F3A94-B606-4C89-89E1-A3704B3B0B04}"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custDataLst>
              <p:tags r:id="rId3"/>
            </p:custDataLst>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041F3A94-B606-4C89-89E1-A3704B3B0B04}"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custDataLst>
              <p:tags r:id="rId3"/>
            </p:custDataLst>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041F3A94-B606-4C89-89E1-A3704B3B0B04}"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5C5867C5-8F71-42DD-926C-ADB730CA776C}"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8" Type="http://schemas.openxmlformats.org/officeDocument/2006/relationships/theme" Target="../theme/theme2.xml"/><Relationship Id="rId27" Type="http://schemas.openxmlformats.org/officeDocument/2006/relationships/tags" Target="../tags/tag166.xml"/><Relationship Id="rId26" Type="http://schemas.openxmlformats.org/officeDocument/2006/relationships/tags" Target="../tags/tag165.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image" Target="../media/image1.jpeg"/><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2"/>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2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custDataLst>
              <p:tags r:id="rId24"/>
            </p:custDataLst>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F3A94-B606-4C89-89E1-A3704B3B0B04}" type="datetimeFigureOut">
              <a:rPr lang="zh-CN" altLang="en-US" smtClean="0"/>
            </a:fld>
            <a:endParaRPr lang="zh-CN" altLang="en-US"/>
          </a:p>
        </p:txBody>
      </p:sp>
      <p:sp>
        <p:nvSpPr>
          <p:cNvPr id="5" name="页脚占位符 4"/>
          <p:cNvSpPr>
            <a:spLocks noGrp="1"/>
          </p:cNvSpPr>
          <p:nvPr>
            <p:ph type="ftr" sz="quarter" idx="3"/>
            <p:custDataLst>
              <p:tags r:id="rId25"/>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6"/>
            </p:custDataLst>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5867C5-8F71-42DD-926C-ADB730CA776C}" type="slidenum">
              <a:rPr lang="zh-CN" altLang="en-US" smtClean="0"/>
            </a:fld>
            <a:endParaRPr lang="zh-CN" altLang="en-US"/>
          </a:p>
        </p:txBody>
      </p:sp>
    </p:spTree>
    <p:custDataLst>
      <p:tags r:id="rId27"/>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image" Target="../media/image2.png"/><Relationship Id="rId2" Type="http://schemas.openxmlformats.org/officeDocument/2006/relationships/tags" Target="../tags/tag168.xml"/><Relationship Id="rId12" Type="http://schemas.openxmlformats.org/officeDocument/2006/relationships/notesSlide" Target="../notesSlides/notesSlide1.xml"/><Relationship Id="rId11" Type="http://schemas.openxmlformats.org/officeDocument/2006/relationships/slideLayout" Target="../slideLayouts/slideLayout20.xml"/><Relationship Id="rId10" Type="http://schemas.openxmlformats.org/officeDocument/2006/relationships/tags" Target="../tags/tag173.xml"/><Relationship Id="rId1" Type="http://schemas.openxmlformats.org/officeDocument/2006/relationships/tags" Target="../tags/tag167.xml"/></Relationships>
</file>

<file path=ppt/slides/_rels/slide2.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image" Target="../media/image2.png"/><Relationship Id="rId4" Type="http://schemas.openxmlformats.org/officeDocument/2006/relationships/tags" Target="../tags/tag177.xml"/><Relationship Id="rId32" Type="http://schemas.openxmlformats.org/officeDocument/2006/relationships/notesSlide" Target="../notesSlides/notesSlide2.xml"/><Relationship Id="rId31" Type="http://schemas.openxmlformats.org/officeDocument/2006/relationships/slideLayout" Target="../slideLayouts/slideLayout20.xml"/><Relationship Id="rId30" Type="http://schemas.openxmlformats.org/officeDocument/2006/relationships/tags" Target="../tags/tag202.xml"/><Relationship Id="rId3" Type="http://schemas.openxmlformats.org/officeDocument/2006/relationships/tags" Target="../tags/tag176.xml"/><Relationship Id="rId29" Type="http://schemas.openxmlformats.org/officeDocument/2006/relationships/tags" Target="../tags/tag201.xml"/><Relationship Id="rId28" Type="http://schemas.openxmlformats.org/officeDocument/2006/relationships/tags" Target="../tags/tag200.xml"/><Relationship Id="rId27" Type="http://schemas.openxmlformats.org/officeDocument/2006/relationships/tags" Target="../tags/tag199.xml"/><Relationship Id="rId26" Type="http://schemas.openxmlformats.org/officeDocument/2006/relationships/tags" Target="../tags/tag198.xml"/><Relationship Id="rId25" Type="http://schemas.openxmlformats.org/officeDocument/2006/relationships/tags" Target="../tags/tag197.xml"/><Relationship Id="rId24" Type="http://schemas.openxmlformats.org/officeDocument/2006/relationships/tags" Target="../tags/tag196.xml"/><Relationship Id="rId23" Type="http://schemas.openxmlformats.org/officeDocument/2006/relationships/tags" Target="../tags/tag195.xml"/><Relationship Id="rId22" Type="http://schemas.openxmlformats.org/officeDocument/2006/relationships/tags" Target="../tags/tag194.xml"/><Relationship Id="rId21" Type="http://schemas.openxmlformats.org/officeDocument/2006/relationships/tags" Target="../tags/tag193.xml"/><Relationship Id="rId20" Type="http://schemas.openxmlformats.org/officeDocument/2006/relationships/tags" Target="../tags/tag192.xml"/><Relationship Id="rId2" Type="http://schemas.openxmlformats.org/officeDocument/2006/relationships/tags" Target="../tags/tag175.xml"/><Relationship Id="rId19" Type="http://schemas.openxmlformats.org/officeDocument/2006/relationships/tags" Target="../tags/tag191.xml"/><Relationship Id="rId18" Type="http://schemas.openxmlformats.org/officeDocument/2006/relationships/tags" Target="../tags/tag190.xml"/><Relationship Id="rId17" Type="http://schemas.openxmlformats.org/officeDocument/2006/relationships/tags" Target="../tags/tag189.xml"/><Relationship Id="rId16" Type="http://schemas.openxmlformats.org/officeDocument/2006/relationships/tags" Target="../tags/tag188.xml"/><Relationship Id="rId15" Type="http://schemas.openxmlformats.org/officeDocument/2006/relationships/tags" Target="../tags/tag187.xml"/><Relationship Id="rId14" Type="http://schemas.openxmlformats.org/officeDocument/2006/relationships/tags" Target="../tags/tag186.xml"/><Relationship Id="rId13" Type="http://schemas.openxmlformats.org/officeDocument/2006/relationships/tags" Target="../tags/tag185.xml"/><Relationship Id="rId12" Type="http://schemas.openxmlformats.org/officeDocument/2006/relationships/tags" Target="../tags/tag184.xml"/><Relationship Id="rId11" Type="http://schemas.openxmlformats.org/officeDocument/2006/relationships/tags" Target="../tags/tag183.xml"/><Relationship Id="rId10" Type="http://schemas.openxmlformats.org/officeDocument/2006/relationships/tags" Target="../tags/tag182.xml"/><Relationship Id="rId1" Type="http://schemas.openxmlformats.org/officeDocument/2006/relationships/tags" Target="../tags/tag174.xml"/></Relationships>
</file>

<file path=ppt/slides/_rels/slide3.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image" Target="../media/image5.jpeg"/><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1" Type="http://schemas.openxmlformats.org/officeDocument/2006/relationships/slideLayout" Target="../slideLayouts/slideLayout20.xml"/><Relationship Id="rId10" Type="http://schemas.openxmlformats.org/officeDocument/2006/relationships/tags" Target="../tags/tag209.xml"/><Relationship Id="rId1" Type="http://schemas.openxmlformats.org/officeDocument/2006/relationships/tags" Target="../tags/tag203.xml"/></Relationships>
</file>

<file path=ppt/slides/_rels/slide4.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image" Target="../media/image8.png"/><Relationship Id="rId5" Type="http://schemas.openxmlformats.org/officeDocument/2006/relationships/tags" Target="../tags/tag212.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11.xml"/><Relationship Id="rId10" Type="http://schemas.openxmlformats.org/officeDocument/2006/relationships/slideLayout" Target="../slideLayouts/slideLayout19.xml"/><Relationship Id="rId1" Type="http://schemas.openxmlformats.org/officeDocument/2006/relationships/tags" Target="../tags/tag210.xml"/></Relationships>
</file>

<file path=ppt/slides/_rels/slide5.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image" Target="../media/image5.jpeg"/><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1" Type="http://schemas.openxmlformats.org/officeDocument/2006/relationships/slideLayout" Target="../slideLayouts/slideLayout20.xml"/><Relationship Id="rId10" Type="http://schemas.openxmlformats.org/officeDocument/2006/relationships/tags" Target="../tags/tag222.xml"/><Relationship Id="rId1" Type="http://schemas.openxmlformats.org/officeDocument/2006/relationships/tags" Target="../tags/tag216.xml"/></Relationships>
</file>

<file path=ppt/slides/_rels/slide6.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image" Target="../media/image8.png"/><Relationship Id="rId5" Type="http://schemas.openxmlformats.org/officeDocument/2006/relationships/tags" Target="../tags/tag225.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24.xml"/><Relationship Id="rId15" Type="http://schemas.openxmlformats.org/officeDocument/2006/relationships/slideLayout" Target="../slideLayouts/slideLayout18.xml"/><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3.xml"/></Relationships>
</file>

<file path=ppt/slides/_rels/slide7.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image" Target="../media/image8.png"/><Relationship Id="rId5" Type="http://schemas.openxmlformats.org/officeDocument/2006/relationships/tags" Target="../tags/tag236.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35.xml"/><Relationship Id="rId15" Type="http://schemas.openxmlformats.org/officeDocument/2006/relationships/slideLayout" Target="../slideLayouts/slideLayout18.xml"/><Relationship Id="rId14" Type="http://schemas.openxmlformats.org/officeDocument/2006/relationships/tags" Target="../tags/tag244.xml"/><Relationship Id="rId13" Type="http://schemas.openxmlformats.org/officeDocument/2006/relationships/tags" Target="../tags/tag243.xml"/><Relationship Id="rId12" Type="http://schemas.openxmlformats.org/officeDocument/2006/relationships/tags" Target="../tags/tag242.xml"/><Relationship Id="rId11" Type="http://schemas.openxmlformats.org/officeDocument/2006/relationships/tags" Target="../tags/tag241.xml"/><Relationship Id="rId10" Type="http://schemas.openxmlformats.org/officeDocument/2006/relationships/tags" Target="../tags/tag240.xml"/><Relationship Id="rId1" Type="http://schemas.openxmlformats.org/officeDocument/2006/relationships/tags" Target="../tags/tag234.xml"/></Relationships>
</file>

<file path=ppt/slides/_rels/slide8.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250.xml"/><Relationship Id="rId6" Type="http://schemas.openxmlformats.org/officeDocument/2006/relationships/tags" Target="../tags/tag249.xml"/><Relationship Id="rId5" Type="http://schemas.openxmlformats.org/officeDocument/2006/relationships/image" Target="../media/image5.jpeg"/><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1" Type="http://schemas.openxmlformats.org/officeDocument/2006/relationships/slideLayout" Target="../slideLayouts/slideLayout20.xml"/><Relationship Id="rId10" Type="http://schemas.openxmlformats.org/officeDocument/2006/relationships/tags" Target="../tags/tag251.xml"/><Relationship Id="rId1" Type="http://schemas.openxmlformats.org/officeDocument/2006/relationships/tags" Target="../tags/tag245.xml"/></Relationships>
</file>

<file path=ppt/slides/_rels/slide9.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image" Target="../media/image8.png"/><Relationship Id="rId5" Type="http://schemas.openxmlformats.org/officeDocument/2006/relationships/tags" Target="../tags/tag254.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53.xml"/><Relationship Id="rId11" Type="http://schemas.openxmlformats.org/officeDocument/2006/relationships/slideLayout" Target="../slideLayouts/slideLayout16.xml"/><Relationship Id="rId10" Type="http://schemas.openxmlformats.org/officeDocument/2006/relationships/tags" Target="../tags/tag258.xml"/><Relationship Id="rId1" Type="http://schemas.openxmlformats.org/officeDocument/2006/relationships/tags" Target="../tags/tag252.xml"/></Relationships>
</file>

<file path=ppt/slides/_rels/slide10.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image" Target="../media/image8.png"/><Relationship Id="rId5" Type="http://schemas.openxmlformats.org/officeDocument/2006/relationships/tags" Target="../tags/tag261.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60.xml"/><Relationship Id="rId13" Type="http://schemas.openxmlformats.org/officeDocument/2006/relationships/slideLayout" Target="../slideLayouts/slideLayout18.xml"/><Relationship Id="rId12" Type="http://schemas.openxmlformats.org/officeDocument/2006/relationships/tags" Target="../tags/tag266.xml"/><Relationship Id="rId11" Type="http://schemas.openxmlformats.org/officeDocument/2006/relationships/tags" Target="../tags/tag265.xml"/><Relationship Id="rId10" Type="http://schemas.openxmlformats.org/officeDocument/2006/relationships/image" Target="../media/image9.png"/><Relationship Id="rId1" Type="http://schemas.openxmlformats.org/officeDocument/2006/relationships/tags" Target="../tags/tag259.xml"/></Relationships>
</file>

<file path=ppt/slides/_rels/slide11.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image" Target="../media/image8.png"/><Relationship Id="rId5" Type="http://schemas.openxmlformats.org/officeDocument/2006/relationships/tags" Target="../tags/tag269.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68.xml"/><Relationship Id="rId17" Type="http://schemas.openxmlformats.org/officeDocument/2006/relationships/slideLayout" Target="../slideLayouts/slideLayout15.xml"/><Relationship Id="rId16" Type="http://schemas.openxmlformats.org/officeDocument/2006/relationships/tags" Target="../tags/tag279.xml"/><Relationship Id="rId15" Type="http://schemas.openxmlformats.org/officeDocument/2006/relationships/tags" Target="../tags/tag278.xml"/><Relationship Id="rId14" Type="http://schemas.openxmlformats.org/officeDocument/2006/relationships/tags" Target="../tags/tag277.xml"/><Relationship Id="rId13" Type="http://schemas.openxmlformats.org/officeDocument/2006/relationships/tags" Target="../tags/tag276.xml"/><Relationship Id="rId12" Type="http://schemas.openxmlformats.org/officeDocument/2006/relationships/tags" Target="../tags/tag275.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7.xml"/></Relationships>
</file>

<file path=ppt/slides/_rels/slide12.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image" Target="../media/image8.png"/><Relationship Id="rId5" Type="http://schemas.openxmlformats.org/officeDocument/2006/relationships/tags" Target="../tags/tag282.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81.xml"/><Relationship Id="rId16" Type="http://schemas.openxmlformats.org/officeDocument/2006/relationships/slideLayout" Target="../slideLayouts/slideLayout14.xml"/><Relationship Id="rId15" Type="http://schemas.openxmlformats.org/officeDocument/2006/relationships/tags" Target="../tags/tag289.xml"/><Relationship Id="rId14" Type="http://schemas.openxmlformats.org/officeDocument/2006/relationships/tags" Target="../tags/tag288.xml"/><Relationship Id="rId13" Type="http://schemas.openxmlformats.org/officeDocument/2006/relationships/tags" Target="../tags/tag287.xml"/><Relationship Id="rId12" Type="http://schemas.openxmlformats.org/officeDocument/2006/relationships/tags" Target="../tags/tag286.xml"/><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tags" Target="../tags/tag280.xml"/></Relationships>
</file>

<file path=ppt/slides/_rels/slide13.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image" Target="../media/image5.jpeg"/><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1" Type="http://schemas.openxmlformats.org/officeDocument/2006/relationships/slideLayout" Target="../slideLayouts/slideLayout20.xml"/><Relationship Id="rId10" Type="http://schemas.openxmlformats.org/officeDocument/2006/relationships/tags" Target="../tags/tag296.xml"/><Relationship Id="rId1" Type="http://schemas.openxmlformats.org/officeDocument/2006/relationships/tags" Target="../tags/tag290.xml"/></Relationships>
</file>

<file path=ppt/slides/_rels/slide14.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image" Target="../media/image8.png"/><Relationship Id="rId5" Type="http://schemas.openxmlformats.org/officeDocument/2006/relationships/tags" Target="../tags/tag299.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298.xml"/><Relationship Id="rId15" Type="http://schemas.openxmlformats.org/officeDocument/2006/relationships/slideLayout" Target="../slideLayouts/slideLayout18.xml"/><Relationship Id="rId14" Type="http://schemas.openxmlformats.org/officeDocument/2006/relationships/tags" Target="../tags/tag307.xml"/><Relationship Id="rId13" Type="http://schemas.openxmlformats.org/officeDocument/2006/relationships/tags" Target="../tags/tag306.xml"/><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tags" Target="../tags/tag303.xml"/><Relationship Id="rId1" Type="http://schemas.openxmlformats.org/officeDocument/2006/relationships/tags" Target="../tags/tag297.xml"/></Relationships>
</file>

<file path=ppt/slides/_rels/slide15.xml.rels><?xml version="1.0" encoding="UTF-8" standalone="yes"?>
<Relationships xmlns="http://schemas.openxmlformats.org/package/2006/relationships"><Relationship Id="rId9" Type="http://schemas.openxmlformats.org/officeDocument/2006/relationships/tags" Target="../tags/tag313.xml"/><Relationship Id="rId8" Type="http://schemas.openxmlformats.org/officeDocument/2006/relationships/tags" Target="../tags/tag312.xml"/><Relationship Id="rId7" Type="http://schemas.openxmlformats.org/officeDocument/2006/relationships/tags" Target="../tags/tag311.xml"/><Relationship Id="rId6" Type="http://schemas.openxmlformats.org/officeDocument/2006/relationships/image" Target="../media/image8.png"/><Relationship Id="rId5" Type="http://schemas.openxmlformats.org/officeDocument/2006/relationships/tags" Target="../tags/tag310.xml"/><Relationship Id="rId4" Type="http://schemas.openxmlformats.org/officeDocument/2006/relationships/image" Target="../media/image7.svg"/><Relationship Id="rId3" Type="http://schemas.openxmlformats.org/officeDocument/2006/relationships/image" Target="../media/image6.png"/><Relationship Id="rId21" Type="http://schemas.openxmlformats.org/officeDocument/2006/relationships/slideLayout" Target="../slideLayouts/slideLayout12.xml"/><Relationship Id="rId20" Type="http://schemas.openxmlformats.org/officeDocument/2006/relationships/tags" Target="../tags/tag324.xml"/><Relationship Id="rId2" Type="http://schemas.openxmlformats.org/officeDocument/2006/relationships/tags" Target="../tags/tag309.xml"/><Relationship Id="rId19" Type="http://schemas.openxmlformats.org/officeDocument/2006/relationships/tags" Target="../tags/tag323.xml"/><Relationship Id="rId18" Type="http://schemas.openxmlformats.org/officeDocument/2006/relationships/tags" Target="../tags/tag322.xml"/><Relationship Id="rId17" Type="http://schemas.openxmlformats.org/officeDocument/2006/relationships/tags" Target="../tags/tag321.xml"/><Relationship Id="rId16" Type="http://schemas.openxmlformats.org/officeDocument/2006/relationships/tags" Target="../tags/tag320.xml"/><Relationship Id="rId15" Type="http://schemas.openxmlformats.org/officeDocument/2006/relationships/tags" Target="../tags/tag319.xml"/><Relationship Id="rId14" Type="http://schemas.openxmlformats.org/officeDocument/2006/relationships/tags" Target="../tags/tag318.xml"/><Relationship Id="rId13" Type="http://schemas.openxmlformats.org/officeDocument/2006/relationships/tags" Target="../tags/tag317.xml"/><Relationship Id="rId12" Type="http://schemas.openxmlformats.org/officeDocument/2006/relationships/tags" Target="../tags/tag316.xml"/><Relationship Id="rId11" Type="http://schemas.openxmlformats.org/officeDocument/2006/relationships/tags" Target="../tags/tag315.xml"/><Relationship Id="rId10" Type="http://schemas.openxmlformats.org/officeDocument/2006/relationships/tags" Target="../tags/tag314.xml"/><Relationship Id="rId1" Type="http://schemas.openxmlformats.org/officeDocument/2006/relationships/tags" Target="../tags/tag308.xml"/></Relationships>
</file>

<file path=ppt/slides/_rels/slide16.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tags" Target="../tags/tag328.xml"/><Relationship Id="rId6" Type="http://schemas.openxmlformats.org/officeDocument/2006/relationships/image" Target="../media/image8.png"/><Relationship Id="rId5" Type="http://schemas.openxmlformats.org/officeDocument/2006/relationships/tags" Target="../tags/tag327.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tags" Target="../tags/tag326.xml"/><Relationship Id="rId11" Type="http://schemas.openxmlformats.org/officeDocument/2006/relationships/slideLayout" Target="../slideLayouts/slideLayout11.xml"/><Relationship Id="rId10" Type="http://schemas.openxmlformats.org/officeDocument/2006/relationships/tags" Target="../tags/tag331.xml"/><Relationship Id="rId1" Type="http://schemas.openxmlformats.org/officeDocument/2006/relationships/tags" Target="../tags/tag325.xml"/></Relationships>
</file>

<file path=ppt/slides/_rels/slide17.xml.rels><?xml version="1.0" encoding="UTF-8" standalone="yes"?>
<Relationships xmlns="http://schemas.openxmlformats.org/package/2006/relationships"><Relationship Id="rId9" Type="http://schemas.openxmlformats.org/officeDocument/2006/relationships/tags" Target="../tags/tag337.xml"/><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image" Target="../media/image2.png"/><Relationship Id="rId2" Type="http://schemas.openxmlformats.org/officeDocument/2006/relationships/tags" Target="../tags/tag333.xml"/><Relationship Id="rId11" Type="http://schemas.openxmlformats.org/officeDocument/2006/relationships/notesSlide" Target="../notesSlides/notesSlide3.xml"/><Relationship Id="rId10" Type="http://schemas.openxmlformats.org/officeDocument/2006/relationships/slideLayout" Target="../slideLayouts/slideLayout20.xml"/><Relationship Id="rId1" Type="http://schemas.openxmlformats.org/officeDocument/2006/relationships/tags" Target="../tags/tag3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a:spLocks noGrp="1" noRot="1" noMove="1" noResize="1" noEditPoints="1" noAdjustHandles="1" noChangeArrowheads="1" noChangeShapeType="1"/>
          </p:cNvSpPr>
          <p:nvPr>
            <p:custDataLst>
              <p:tags r:id="rId1"/>
            </p:custDataLst>
          </p:nvPr>
        </p:nvSpPr>
        <p:spPr>
          <a:xfrm>
            <a:off x="-3340554" y="5907296"/>
            <a:ext cx="18873107" cy="1901408"/>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635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5" name="图片 4" descr="图片包含 形状&#10;&#10;描述已自动生成"/>
          <p:cNvPicPr>
            <a:picLocks noGrp="1" noRot="1" noChangeAspect="1" noMove="1" noResize="1" noEditPoints="1" noAdjustHandles="1" noChangeArrowheads="1" noChangeShapeType="1" noCrop="1"/>
          </p:cNvPicPr>
          <p:nvPr>
            <p:custDataLst>
              <p:tags r:id="rId2"/>
            </p:custDataLst>
          </p:nvPr>
        </p:nvPicPr>
        <p:blipFill>
          <a:blip r:embed="rId3"/>
          <a:stretch>
            <a:fillRect/>
          </a:stretch>
        </p:blipFill>
        <p:spPr>
          <a:xfrm>
            <a:off x="0" y="4956592"/>
            <a:ext cx="12192000" cy="1901408"/>
          </a:xfrm>
          <a:prstGeom prst="rect">
            <a:avLst/>
          </a:prstGeom>
        </p:spPr>
      </p:pic>
      <p:sp>
        <p:nvSpPr>
          <p:cNvPr id="13" name="文本框 12"/>
          <p:cNvSpPr txBox="1"/>
          <p:nvPr>
            <p:custDataLst>
              <p:tags r:id="rId4"/>
            </p:custDataLst>
          </p:nvPr>
        </p:nvSpPr>
        <p:spPr>
          <a:xfrm>
            <a:off x="1923281" y="1667393"/>
            <a:ext cx="8494633" cy="2295157"/>
          </a:xfrm>
          <a:prstGeom prst="rect">
            <a:avLst/>
          </a:prstGeom>
          <a:noFill/>
          <a:effectLst/>
        </p:spPr>
        <p:txBody>
          <a:bodyPr wrap="none" rtlCol="0">
            <a:noAutofit/>
          </a:bodyPr>
          <a:lstStyle/>
          <a:p>
            <a:pPr algn="ctr"/>
            <a:r>
              <a:rPr lang="zh-CN" altLang="en-US" sz="6000" dirty="0">
                <a:solidFill>
                  <a:srgbClr val="FA8C2B"/>
                </a:solidFill>
                <a:latin typeface="思源黑体 CN Heavy" panose="020B0A00000000000000" pitchFamily="34" charset="-122"/>
                <a:ea typeface="思源黑体 CN Heavy" panose="020B0A00000000000000" pitchFamily="34" charset="-122"/>
              </a:rPr>
              <a:t>基于大语言模型的软件日志生成</a:t>
            </a:r>
            <a:endParaRPr lang="zh-CN" altLang="en-US" sz="6000" dirty="0">
              <a:solidFill>
                <a:srgbClr val="FA8C2B"/>
              </a:solidFill>
              <a:latin typeface="思源黑体 CN Heavy" panose="020B0A00000000000000" pitchFamily="34" charset="-122"/>
              <a:ea typeface="思源黑体 CN Heavy" panose="020B0A00000000000000" pitchFamily="34" charset="-122"/>
            </a:endParaRPr>
          </a:p>
          <a:p>
            <a:pPr algn="ctr"/>
            <a:r>
              <a:rPr lang="zh-CN" altLang="en-US" sz="6000" dirty="0">
                <a:solidFill>
                  <a:srgbClr val="FA8C2B"/>
                </a:solidFill>
                <a:latin typeface="思源黑体 CN Heavy" panose="020B0A00000000000000" pitchFamily="34" charset="-122"/>
                <a:ea typeface="思源黑体 CN Heavy" panose="020B0A00000000000000" pitchFamily="34" charset="-122"/>
              </a:rPr>
              <a:t>与静态调用上下文技术综述</a:t>
            </a:r>
            <a:endParaRPr lang="zh-CN" altLang="en-US" sz="6000" dirty="0">
              <a:solidFill>
                <a:srgbClr val="FA8C2B"/>
              </a:solidFill>
              <a:latin typeface="思源黑体 CN Heavy" panose="020B0A00000000000000" pitchFamily="34" charset="-122"/>
              <a:ea typeface="思源黑体 CN Heavy" panose="020B0A00000000000000" pitchFamily="34" charset="-122"/>
            </a:endParaRPr>
          </a:p>
        </p:txBody>
      </p:sp>
      <p:pic>
        <p:nvPicPr>
          <p:cNvPr id="14" name="图形 13"/>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4916964" y="360000"/>
            <a:ext cx="2358068" cy="678630"/>
          </a:xfrm>
          <a:prstGeom prst="rect">
            <a:avLst/>
          </a:prstGeom>
        </p:spPr>
      </p:pic>
      <p:sp>
        <p:nvSpPr>
          <p:cNvPr id="16" name="文本框 15"/>
          <p:cNvSpPr txBox="1"/>
          <p:nvPr>
            <p:custDataLst>
              <p:tags r:id="rId8"/>
            </p:custDataLst>
          </p:nvPr>
        </p:nvSpPr>
        <p:spPr>
          <a:xfrm>
            <a:off x="4057650" y="4586966"/>
            <a:ext cx="4076700" cy="460375"/>
          </a:xfrm>
          <a:prstGeom prst="rect">
            <a:avLst/>
          </a:prstGeom>
          <a:noFill/>
          <a:effectLst/>
        </p:spPr>
        <p:txBody>
          <a:bodyPr wrap="none" rtlCol="0">
            <a:spAutoFit/>
          </a:bodyPr>
          <a:lstStyle/>
          <a:p>
            <a:pPr algn="ctr"/>
            <a:r>
              <a:rPr lang="zh-CN" altLang="en-US" sz="2400" spc="300" dirty="0">
                <a:solidFill>
                  <a:srgbClr val="FA8C2B"/>
                </a:solidFill>
                <a:latin typeface="思源黑体 CN Heavy" charset="0"/>
                <a:ea typeface="思源黑体 CN Heavy" charset="0"/>
              </a:rPr>
              <a:t>2</a:t>
            </a:r>
            <a:r>
              <a:rPr lang="en-US" altLang="zh-CN" sz="2400" spc="300" dirty="0">
                <a:solidFill>
                  <a:srgbClr val="FA8C2B"/>
                </a:solidFill>
                <a:latin typeface="思源黑体 CN Heavy" charset="0"/>
                <a:ea typeface="思源黑体 CN Heavy" charset="0"/>
                <a:cs typeface="Arial" panose="020B0604020202020204" pitchFamily="34" charset="0"/>
              </a:rPr>
              <a:t>026.1.18</a:t>
            </a:r>
            <a:r>
              <a:rPr lang="zh-CN" altLang="en-US" sz="2400" spc="300" dirty="0">
                <a:solidFill>
                  <a:srgbClr val="FA8C2B"/>
                </a:solidFill>
                <a:latin typeface="思源黑体 CN Heavy" charset="0"/>
                <a:ea typeface="思源黑体 CN Heavy" charset="0"/>
                <a:cs typeface="Arial" panose="020B0604020202020204" pitchFamily="34" charset="0"/>
              </a:rPr>
              <a:t>科研训练答辩</a:t>
            </a:r>
            <a:endParaRPr lang="zh-CN" altLang="en-US">
              <a:latin typeface="思源黑体 CN Heavy" panose="020B0A00000000000000" pitchFamily="34" charset="-122"/>
              <a:ea typeface="思源黑体 CN Heavy" panose="020B0A00000000000000" pitchFamily="34" charset="-122"/>
            </a:endParaRPr>
          </a:p>
        </p:txBody>
      </p:sp>
      <p:sp>
        <p:nvSpPr>
          <p:cNvPr id="17" name="文本框 16"/>
          <p:cNvSpPr txBox="1"/>
          <p:nvPr>
            <p:custDataLst>
              <p:tags r:id="rId9"/>
            </p:custDataLst>
          </p:nvPr>
        </p:nvSpPr>
        <p:spPr>
          <a:xfrm>
            <a:off x="4841558" y="3962506"/>
            <a:ext cx="2508885" cy="429895"/>
          </a:xfrm>
          <a:prstGeom prst="rect">
            <a:avLst/>
          </a:prstGeom>
          <a:noFill/>
        </p:spPr>
        <p:txBody>
          <a:bodyPr wrap="none" rtlCol="0">
            <a:spAutoFit/>
          </a:bodyPr>
          <a:lstStyle/>
          <a:p>
            <a:pPr algn="ctr"/>
            <a:r>
              <a:rPr lang="en-US" altLang="zh-CN" sz="2200" dirty="0">
                <a:solidFill>
                  <a:srgbClr val="FA8C2B"/>
                </a:solidFill>
                <a:latin typeface="思源黑体 CN Medium" panose="020B0600000000000000" pitchFamily="34" charset="-122"/>
                <a:ea typeface="思源黑体 CN Medium" panose="020B0600000000000000" pitchFamily="34" charset="-122"/>
              </a:rPr>
              <a:t>23355035 </a:t>
            </a:r>
            <a:r>
              <a:rPr lang="zh-CN" altLang="en-US" sz="2200" dirty="0">
                <a:solidFill>
                  <a:srgbClr val="FA8C2B"/>
                </a:solidFill>
                <a:latin typeface="思源黑体 CN Medium" panose="020B0600000000000000" pitchFamily="34" charset="-122"/>
                <a:ea typeface="思源黑体 CN Medium" panose="020B0600000000000000" pitchFamily="34" charset="-122"/>
              </a:rPr>
              <a:t>李梦瑶</a:t>
            </a:r>
            <a:endParaRPr lang="zh-CN" altLang="en-US" sz="2200" dirty="0">
              <a:solidFill>
                <a:srgbClr val="FA8C2B"/>
              </a:solidFill>
              <a:latin typeface="思源黑体 CN Medium" panose="020B0600000000000000" pitchFamily="34" charset="-122"/>
              <a:ea typeface="思源黑体 CN Medium" panose="020B0600000000000000" pitchFamily="34" charset="-122"/>
            </a:endParaRPr>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a:spLocks noGrp="1" noRot="1" noMove="1" noResize="1" noEditPoints="1" noAdjustHandles="1" noChangeArrowheads="1" noChangeShapeType="1"/>
          </p:cNvSpPr>
          <p:nvPr>
            <p:custDataLst>
              <p:tags r:id="rId1"/>
            </p:custDataLst>
          </p:nvPr>
        </p:nvSpPr>
        <p:spPr>
          <a:xfrm>
            <a:off x="3505196" y="-3888760"/>
            <a:ext cx="5181600" cy="5181600"/>
          </a:xfrm>
          <a:prstGeom prst="ellipse">
            <a:avLst/>
          </a:prstGeom>
          <a:solidFill>
            <a:schemeClr val="accent4">
              <a:lumMod val="40000"/>
              <a:lumOff val="60000"/>
            </a:schemeClr>
          </a:solidFill>
          <a:ln>
            <a:noFill/>
          </a:ln>
          <a:effectLst>
            <a:glow rad="2540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custDataLst>
              <p:tags r:id="rId2"/>
            </p:custDataLst>
          </p:nvPr>
        </p:nvSpPr>
        <p:spPr>
          <a:xfrm>
            <a:off x="4709238" y="268451"/>
            <a:ext cx="2773516" cy="769441"/>
          </a:xfrm>
          <a:prstGeom prst="rect">
            <a:avLst/>
          </a:prstGeom>
          <a:noFill/>
        </p:spPr>
        <p:txBody>
          <a:bodyPr wrap="none" rtlCol="0">
            <a:normAutofit/>
          </a:bodyPr>
          <a:lstStyle/>
          <a:p>
            <a:pPr algn="ctr"/>
            <a:r>
              <a:rPr lang="zh-CN" altLang="en-US" sz="4400" dirty="0">
                <a:solidFill>
                  <a:schemeClr val="accent4">
                    <a:lumMod val="20000"/>
                    <a:lumOff val="80000"/>
                  </a:schemeClr>
                </a:solidFill>
                <a:latin typeface="思源黑体 CN Heavy" panose="020B0A00000000000000" pitchFamily="34" charset="-122"/>
                <a:ea typeface="思源黑体 CN Heavy" panose="020B0A00000000000000" pitchFamily="34" charset="-122"/>
              </a:rPr>
              <a:t>目录</a:t>
            </a:r>
            <a:endParaRPr lang="zh-CN" altLang="en-US" sz="4400" dirty="0">
              <a:solidFill>
                <a:schemeClr val="accent4">
                  <a:lumMod val="20000"/>
                  <a:lumOff val="80000"/>
                </a:schemeClr>
              </a:solidFill>
              <a:latin typeface="思源黑体 CN Heavy" panose="020B0A00000000000000" pitchFamily="34" charset="-122"/>
              <a:ea typeface="思源黑体 CN Heavy" panose="020B0A00000000000000" pitchFamily="34" charset="-122"/>
            </a:endParaRPr>
          </a:p>
        </p:txBody>
      </p:sp>
      <p:sp>
        <p:nvSpPr>
          <p:cNvPr id="4" name="任意多边形: 形状 3"/>
          <p:cNvSpPr>
            <a:spLocks noGrp="1" noRot="1" noMove="1" noResize="1" noEditPoints="1" noAdjustHandles="1" noChangeArrowheads="1" noChangeShapeType="1"/>
          </p:cNvSpPr>
          <p:nvPr>
            <p:custDataLst>
              <p:tags r:id="rId3"/>
            </p:custDataLst>
          </p:nvPr>
        </p:nvSpPr>
        <p:spPr>
          <a:xfrm>
            <a:off x="-1068139" y="6289009"/>
            <a:ext cx="14328271" cy="1443530"/>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635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 name="图片 5" descr="图片包含 形状&#10;&#10;描述已自动生成"/>
          <p:cNvPicPr>
            <a:picLocks noGrp="1" noRot="1" noMove="1" noResize="1" noEditPoints="1" noAdjustHandles="1" noChangeArrowheads="1" noChangeShapeType="1" noCrop="1"/>
          </p:cNvPicPr>
          <p:nvPr>
            <p:custDataLst>
              <p:tags r:id="rId4"/>
            </p:custDataLst>
          </p:nvPr>
        </p:nvPicPr>
        <p:blipFill>
          <a:blip r:embed="rId5" cstate="print"/>
          <a:stretch>
            <a:fillRect/>
          </a:stretch>
        </p:blipFill>
        <p:spPr>
          <a:xfrm>
            <a:off x="2486011" y="5726012"/>
            <a:ext cx="7219973" cy="1125994"/>
          </a:xfrm>
          <a:prstGeom prst="rect">
            <a:avLst/>
          </a:prstGeom>
        </p:spPr>
      </p:pic>
      <p:grpSp>
        <p:nvGrpSpPr>
          <p:cNvPr id="14" name="组合 13"/>
          <p:cNvGrpSpPr/>
          <p:nvPr/>
        </p:nvGrpSpPr>
        <p:grpSpPr>
          <a:xfrm>
            <a:off x="1458504" y="2134959"/>
            <a:ext cx="3850933" cy="922174"/>
            <a:chOff x="781064" y="2008345"/>
            <a:chExt cx="3850933" cy="922174"/>
          </a:xfrm>
        </p:grpSpPr>
        <p:sp>
          <p:nvSpPr>
            <p:cNvPr id="11" name="椭圆 10"/>
            <p:cNvSpPr/>
            <p:nvPr>
              <p:custDataLst>
                <p:tags r:id="rId6"/>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custDataLst>
                <p:tags r:id="rId7"/>
              </p:custDataLst>
            </p:nvPr>
          </p:nvSpPr>
          <p:spPr>
            <a:xfrm>
              <a:off x="1574750" y="2022579"/>
              <a:ext cx="3057247" cy="584775"/>
            </a:xfrm>
            <a:prstGeom prst="rect">
              <a:avLst/>
            </a:prstGeom>
            <a:noFill/>
          </p:spPr>
          <p:txBody>
            <a:bodyPr wrap="none" rtlCol="0">
              <a:normAutofit/>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背景与动机</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12" name="文本框 11"/>
            <p:cNvSpPr txBox="1"/>
            <p:nvPr>
              <p:custDataLst>
                <p:tags r:id="rId8"/>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01</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15" name="组合 14"/>
          <p:cNvGrpSpPr/>
          <p:nvPr/>
        </p:nvGrpSpPr>
        <p:grpSpPr>
          <a:xfrm>
            <a:off x="6882565" y="4004122"/>
            <a:ext cx="3850933" cy="922174"/>
            <a:chOff x="781064" y="2008345"/>
            <a:chExt cx="3850933" cy="922174"/>
          </a:xfrm>
        </p:grpSpPr>
        <p:sp>
          <p:nvSpPr>
            <p:cNvPr id="16" name="椭圆 15"/>
            <p:cNvSpPr/>
            <p:nvPr>
              <p:custDataLst>
                <p:tags r:id="rId9"/>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custDataLst>
                <p:tags r:id="rId10"/>
              </p:custDataLst>
            </p:nvPr>
          </p:nvSpPr>
          <p:spPr>
            <a:xfrm>
              <a:off x="1574750" y="2022579"/>
              <a:ext cx="3057247" cy="584775"/>
            </a:xfrm>
            <a:prstGeom prst="rect">
              <a:avLst/>
            </a:prstGeom>
            <a:noFill/>
          </p:spPr>
          <p:txBody>
            <a:bodyPr wrap="none" rtlCol="0">
              <a:normAutofit/>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评估与总结</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18" name="文本框 17"/>
            <p:cNvSpPr txBox="1"/>
            <p:nvPr>
              <p:custDataLst>
                <p:tags r:id="rId11"/>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04</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20" name="组合 19"/>
          <p:cNvGrpSpPr/>
          <p:nvPr/>
        </p:nvGrpSpPr>
        <p:grpSpPr>
          <a:xfrm>
            <a:off x="1458504" y="4004122"/>
            <a:ext cx="3850933" cy="922174"/>
            <a:chOff x="781064" y="2008345"/>
            <a:chExt cx="3850933" cy="922174"/>
          </a:xfrm>
        </p:grpSpPr>
        <p:sp>
          <p:nvSpPr>
            <p:cNvPr id="21" name="椭圆 20"/>
            <p:cNvSpPr/>
            <p:nvPr>
              <p:custDataLst>
                <p:tags r:id="rId12"/>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custDataLst>
                <p:tags r:id="rId13"/>
              </p:custDataLst>
            </p:nvPr>
          </p:nvSpPr>
          <p:spPr>
            <a:xfrm>
              <a:off x="1574750" y="2022579"/>
              <a:ext cx="3057247" cy="584775"/>
            </a:xfrm>
            <a:prstGeom prst="rect">
              <a:avLst/>
            </a:prstGeom>
            <a:noFill/>
          </p:spPr>
          <p:txBody>
            <a:bodyPr wrap="none" rtlCol="0">
              <a:normAutofit fontScale="90000"/>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核心技术</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23" name="文本框 22"/>
            <p:cNvSpPr txBox="1"/>
            <p:nvPr>
              <p:custDataLst>
                <p:tags r:id="rId14"/>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03</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25" name="组合 24"/>
          <p:cNvGrpSpPr/>
          <p:nvPr/>
        </p:nvGrpSpPr>
        <p:grpSpPr>
          <a:xfrm>
            <a:off x="6882565" y="2129164"/>
            <a:ext cx="3850933" cy="922174"/>
            <a:chOff x="781064" y="2008345"/>
            <a:chExt cx="3850933" cy="922174"/>
          </a:xfrm>
        </p:grpSpPr>
        <p:sp>
          <p:nvSpPr>
            <p:cNvPr id="26" name="椭圆 25"/>
            <p:cNvSpPr/>
            <p:nvPr>
              <p:custDataLst>
                <p:tags r:id="rId15"/>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custDataLst>
                <p:tags r:id="rId16"/>
              </p:custDataLst>
            </p:nvPr>
          </p:nvSpPr>
          <p:spPr>
            <a:xfrm>
              <a:off x="1574750" y="2022579"/>
              <a:ext cx="3057247" cy="584775"/>
            </a:xfrm>
            <a:prstGeom prst="rect">
              <a:avLst/>
            </a:prstGeom>
            <a:noFill/>
          </p:spPr>
          <p:txBody>
            <a:bodyPr wrap="none" rtlCol="0">
              <a:normAutofit fontScale="90000"/>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LLM赋能日志生成</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28" name="文本框 27"/>
            <p:cNvSpPr txBox="1"/>
            <p:nvPr>
              <p:custDataLst>
                <p:tags r:id="rId17"/>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02</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7" name="组合 6"/>
          <p:cNvGrpSpPr/>
          <p:nvPr/>
        </p:nvGrpSpPr>
        <p:grpSpPr>
          <a:xfrm>
            <a:off x="1458504" y="2140674"/>
            <a:ext cx="3850933" cy="922174"/>
            <a:chOff x="781064" y="2008345"/>
            <a:chExt cx="3850933" cy="922174"/>
          </a:xfrm>
        </p:grpSpPr>
        <p:sp>
          <p:nvSpPr>
            <p:cNvPr id="8" name="椭圆 7"/>
            <p:cNvSpPr/>
            <p:nvPr>
              <p:custDataLst>
                <p:tags r:id="rId18"/>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custDataLst>
                <p:tags r:id="rId19"/>
              </p:custDataLst>
            </p:nvPr>
          </p:nvSpPr>
          <p:spPr>
            <a:xfrm>
              <a:off x="1574750" y="2022579"/>
              <a:ext cx="3057247" cy="584775"/>
            </a:xfrm>
            <a:prstGeom prst="rect">
              <a:avLst/>
            </a:prstGeom>
            <a:noFill/>
          </p:spPr>
          <p:txBody>
            <a:bodyPr wrap="none" rtlCol="0">
              <a:normAutofit/>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背景与动机</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10" name="文本框 9"/>
            <p:cNvSpPr txBox="1"/>
            <p:nvPr>
              <p:custDataLst>
                <p:tags r:id="rId20"/>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01</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13" name="组合 12"/>
          <p:cNvGrpSpPr/>
          <p:nvPr/>
        </p:nvGrpSpPr>
        <p:grpSpPr>
          <a:xfrm>
            <a:off x="6882565" y="4009837"/>
            <a:ext cx="3850933" cy="922174"/>
            <a:chOff x="781064" y="2008345"/>
            <a:chExt cx="3850933" cy="922174"/>
          </a:xfrm>
        </p:grpSpPr>
        <p:sp>
          <p:nvSpPr>
            <p:cNvPr id="19" name="椭圆 18"/>
            <p:cNvSpPr/>
            <p:nvPr>
              <p:custDataLst>
                <p:tags r:id="rId21"/>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p:cNvSpPr txBox="1"/>
            <p:nvPr>
              <p:custDataLst>
                <p:tags r:id="rId22"/>
              </p:custDataLst>
            </p:nvPr>
          </p:nvSpPr>
          <p:spPr>
            <a:xfrm>
              <a:off x="1574750" y="2022579"/>
              <a:ext cx="3057247" cy="584775"/>
            </a:xfrm>
            <a:prstGeom prst="rect">
              <a:avLst/>
            </a:prstGeom>
            <a:noFill/>
          </p:spPr>
          <p:txBody>
            <a:bodyPr wrap="none" rtlCol="0">
              <a:normAutofit/>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评估与总结</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29" name="文本框 28"/>
            <p:cNvSpPr txBox="1"/>
            <p:nvPr>
              <p:custDataLst>
                <p:tags r:id="rId23"/>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04</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30" name="组合 29"/>
          <p:cNvGrpSpPr/>
          <p:nvPr/>
        </p:nvGrpSpPr>
        <p:grpSpPr>
          <a:xfrm>
            <a:off x="1458504" y="4009837"/>
            <a:ext cx="3850933" cy="922174"/>
            <a:chOff x="781064" y="2008345"/>
            <a:chExt cx="3850933" cy="922174"/>
          </a:xfrm>
        </p:grpSpPr>
        <p:sp>
          <p:nvSpPr>
            <p:cNvPr id="31" name="椭圆 30"/>
            <p:cNvSpPr/>
            <p:nvPr>
              <p:custDataLst>
                <p:tags r:id="rId24"/>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custDataLst>
                <p:tags r:id="rId25"/>
              </p:custDataLst>
            </p:nvPr>
          </p:nvSpPr>
          <p:spPr>
            <a:xfrm>
              <a:off x="1574750" y="2022579"/>
              <a:ext cx="3057247" cy="584775"/>
            </a:xfrm>
            <a:prstGeom prst="rect">
              <a:avLst/>
            </a:prstGeom>
            <a:noFill/>
          </p:spPr>
          <p:txBody>
            <a:bodyPr wrap="none" rtlCol="0">
              <a:normAutofit fontScale="90000"/>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核心技术</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33" name="文本框 32"/>
            <p:cNvSpPr txBox="1"/>
            <p:nvPr>
              <p:custDataLst>
                <p:tags r:id="rId26"/>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03</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grpSp>
        <p:nvGrpSpPr>
          <p:cNvPr id="34" name="组合 33"/>
          <p:cNvGrpSpPr/>
          <p:nvPr/>
        </p:nvGrpSpPr>
        <p:grpSpPr>
          <a:xfrm>
            <a:off x="6882565" y="2134879"/>
            <a:ext cx="3850933" cy="922174"/>
            <a:chOff x="781064" y="2008345"/>
            <a:chExt cx="3850933" cy="922174"/>
          </a:xfrm>
        </p:grpSpPr>
        <p:sp>
          <p:nvSpPr>
            <p:cNvPr id="35" name="椭圆 34"/>
            <p:cNvSpPr/>
            <p:nvPr>
              <p:custDataLst>
                <p:tags r:id="rId27"/>
              </p:custDataLst>
            </p:nvPr>
          </p:nvSpPr>
          <p:spPr>
            <a:xfrm>
              <a:off x="866089" y="2008345"/>
              <a:ext cx="922174" cy="922174"/>
            </a:xfrm>
            <a:prstGeom prst="ellipse">
              <a:avLst/>
            </a:prstGeom>
            <a:gradFill flip="none" rotWithShape="1">
              <a:gsLst>
                <a:gs pos="18000">
                  <a:schemeClr val="accent4">
                    <a:lumMod val="20000"/>
                    <a:lumOff val="80000"/>
                    <a:alpha val="0"/>
                  </a:schemeClr>
                </a:gs>
                <a:gs pos="98000">
                  <a:srgbClr val="FA8C2B"/>
                </a:gs>
              </a:gsLst>
              <a:lin ang="15000000" scaled="0"/>
              <a:tileRect/>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文本框 35"/>
            <p:cNvSpPr txBox="1"/>
            <p:nvPr>
              <p:custDataLst>
                <p:tags r:id="rId28"/>
              </p:custDataLst>
            </p:nvPr>
          </p:nvSpPr>
          <p:spPr>
            <a:xfrm>
              <a:off x="1574750" y="2022579"/>
              <a:ext cx="3057247" cy="584775"/>
            </a:xfrm>
            <a:prstGeom prst="rect">
              <a:avLst/>
            </a:prstGeom>
            <a:noFill/>
          </p:spPr>
          <p:txBody>
            <a:bodyPr wrap="none" rtlCol="0">
              <a:normAutofit fontScale="90000"/>
            </a:bodyPr>
            <a:lstStyle/>
            <a:p>
              <a:r>
                <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rPr>
                <a:t>LLM赋能日志生成</a:t>
              </a:r>
              <a:endParaRPr lang="zh-CN" altLang="en-US" sz="32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sp>
          <p:nvSpPr>
            <p:cNvPr id="37" name="文本框 36"/>
            <p:cNvSpPr txBox="1"/>
            <p:nvPr>
              <p:custDataLst>
                <p:tags r:id="rId29"/>
              </p:custDataLst>
            </p:nvPr>
          </p:nvSpPr>
          <p:spPr>
            <a:xfrm>
              <a:off x="781064" y="2284188"/>
              <a:ext cx="745718" cy="646331"/>
            </a:xfrm>
            <a:prstGeom prst="rect">
              <a:avLst/>
            </a:prstGeom>
            <a:noFill/>
          </p:spPr>
          <p:txBody>
            <a:bodyPr wrap="none" rtlCol="0">
              <a:spAutoFit/>
            </a:bodyPr>
            <a:lstStyle/>
            <a:p>
              <a:pPr algn="ctr"/>
              <a:r>
                <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rPr>
                <a:t>02</a:t>
              </a:r>
              <a:endParaRPr lang="en-US" altLang="zh-CN" sz="3600" dirty="0">
                <a:solidFill>
                  <a:schemeClr val="bg1">
                    <a:lumMod val="50000"/>
                  </a:schemeClr>
                </a:solidFill>
                <a:latin typeface="思源黑体 CN Heavy" panose="020B0A00000000000000" pitchFamily="34" charset="-122"/>
                <a:ea typeface="思源黑体 CN Heavy" panose="020B0A00000000000000" pitchFamily="34" charset="-122"/>
              </a:endParaRPr>
            </a:p>
          </p:txBody>
        </p:sp>
      </p:grpSp>
    </p:spTree>
    <p:custDataLst>
      <p:tags r:id="rId3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custDataLst>
              <p:tags r:id="rId1"/>
            </p:custDataLst>
          </p:nvPr>
        </p:nvSpPr>
        <p:spPr>
          <a:xfrm>
            <a:off x="9852000" y="2598308"/>
            <a:ext cx="1800000" cy="225501"/>
          </a:xfrm>
          <a:prstGeom prst="rect">
            <a:avLst/>
          </a:prstGeom>
          <a:solidFill>
            <a:srgbClr val="FA8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sp>
        <p:nvSpPr>
          <p:cNvPr id="4" name="矩形 3"/>
          <p:cNvSpPr>
            <a:spLocks noGrp="1" noRot="1" noMove="1" noResize="1" noEditPoints="1" noAdjustHandles="1" noChangeArrowheads="1" noChangeShapeType="1"/>
          </p:cNvSpPr>
          <p:nvPr>
            <p:custDataLst>
              <p:tags r:id="rId2"/>
            </p:custDataLst>
          </p:nvPr>
        </p:nvSpPr>
        <p:spPr>
          <a:xfrm>
            <a:off x="1080000" y="0"/>
            <a:ext cx="4304800" cy="6858000"/>
          </a:xfrm>
          <a:prstGeom prst="rect">
            <a:avLst/>
          </a:prstGeom>
          <a:gradFill>
            <a:gsLst>
              <a:gs pos="0">
                <a:srgbClr val="FA8C2B"/>
              </a:gs>
              <a:gs pos="100000">
                <a:srgbClr val="FBA95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a:spLocks noGrp="1" noRot="1" noMove="1" noResize="1" noEditPoints="1" noAdjustHandles="1" noChangeArrowheads="1" noChangeShapeType="1"/>
          </p:cNvSpPr>
          <p:nvPr>
            <p:custDataLst>
              <p:tags r:id="rId3"/>
            </p:custDataLst>
          </p:nvPr>
        </p:nvSpPr>
        <p:spPr>
          <a:xfrm>
            <a:off x="940617" y="1520574"/>
            <a:ext cx="1685077" cy="1569660"/>
          </a:xfrm>
          <a:prstGeom prst="rect">
            <a:avLst/>
          </a:prstGeom>
          <a:noFill/>
        </p:spPr>
        <p:txBody>
          <a:bodyPr wrap="none" rtlCol="0">
            <a:spAutoFit/>
          </a:bodyPr>
          <a:lstStyle/>
          <a:p>
            <a:r>
              <a:rPr lang="en-US" altLang="zh-CN" sz="9600" dirty="0">
                <a:solidFill>
                  <a:schemeClr val="bg1"/>
                </a:solidFill>
                <a:latin typeface="思源黑体 CN Heavy" panose="020B0A00000000000000" pitchFamily="34" charset="-122"/>
                <a:ea typeface="思源黑体 CN Heavy" panose="020B0A00000000000000" pitchFamily="34" charset="-122"/>
              </a:rPr>
              <a:t>01</a:t>
            </a:r>
            <a:endParaRPr lang="en-US" altLang="zh-CN" sz="9600" dirty="0">
              <a:solidFill>
                <a:schemeClr val="bg1"/>
              </a:solidFill>
              <a:latin typeface="思源黑体 CN Heavy" panose="020B0A00000000000000" pitchFamily="34" charset="-122"/>
              <a:ea typeface="思源黑体 CN Heavy" panose="020B0A00000000000000" pitchFamily="34" charset="-122"/>
            </a:endParaRPr>
          </a:p>
        </p:txBody>
      </p:sp>
      <p:pic>
        <p:nvPicPr>
          <p:cNvPr id="3" name="图片 2" descr="街道上有许多树&#10;&#10;描述已自动生成"/>
          <p:cNvPicPr>
            <a:picLocks noChangeAspect="1"/>
          </p:cNvPicPr>
          <p:nvPr>
            <p:custDataLst>
              <p:tags r:id="rId4"/>
            </p:custDataLst>
          </p:nvPr>
        </p:nvPicPr>
        <p:blipFill rotWithShape="1">
          <a:blip r:embed="rId5" cstate="print"/>
          <a:srcRect/>
          <a:stretch>
            <a:fillRect/>
          </a:stretch>
        </p:blipFill>
        <p:spPr>
          <a:xfrm>
            <a:off x="1086598" y="2712534"/>
            <a:ext cx="6291673" cy="3539066"/>
          </a:xfrm>
          <a:prstGeom prst="rect">
            <a:avLst/>
          </a:prstGeom>
        </p:spPr>
      </p:pic>
      <p:sp>
        <p:nvSpPr>
          <p:cNvPr id="18" name="文本框 17"/>
          <p:cNvSpPr txBox="1"/>
          <p:nvPr>
            <p:custDataLst>
              <p:tags r:id="rId6"/>
            </p:custDataLst>
          </p:nvPr>
        </p:nvSpPr>
        <p:spPr>
          <a:xfrm>
            <a:off x="8798181" y="1959406"/>
            <a:ext cx="2954655" cy="923330"/>
          </a:xfrm>
          <a:prstGeom prst="rect">
            <a:avLst/>
          </a:prstGeom>
          <a:noFill/>
        </p:spPr>
        <p:txBody>
          <a:bodyPr wrap="none" rtlCol="0">
            <a:normAutofit/>
          </a:bodyPr>
          <a:lstStyle/>
          <a:p>
            <a:pPr algn="r"/>
            <a:r>
              <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rPr>
              <a:t>背景与动机</a:t>
            </a:r>
            <a:endPar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pic>
        <p:nvPicPr>
          <p:cNvPr id="19" name="图形 18"/>
          <p:cNvPicPr>
            <a:picLocks noGrp="1" noRot="1" noChangeAspect="1" noMove="1" noResize="1" noEditPoints="1" noAdjustHandles="1" noChangeArrowheads="1" noChangeShapeType="1" noCrop="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10032000" y="355599"/>
            <a:ext cx="1620000" cy="466221"/>
          </a:xfrm>
          <a:prstGeom prst="rect">
            <a:avLst/>
          </a:prstGeom>
        </p:spPr>
      </p:pic>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5" name="图片 4"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2" name="标题 1"/>
          <p:cNvSpPr>
            <a:spLocks noGrp="1"/>
          </p:cNvSpPr>
          <p:nvPr>
            <p:ph type="ctrTitle" idx="16385"/>
            <p:custDataLst>
              <p:tags r:id="rId7"/>
            </p:custDataLst>
          </p:nvPr>
        </p:nvSpPr>
        <p:spPr>
          <a:xfrm>
            <a:off x="597179" y="446311"/>
            <a:ext cx="5282742" cy="509911"/>
          </a:xfrm>
        </p:spPr>
        <p:txBody>
          <a:bodyPr>
            <a:normAutofit fontScale="90000"/>
          </a:bodyPr>
          <a:p>
            <a:r>
              <a:rPr lang="zh-CN" altLang="en-US" b="1">
                <a:solidFill>
                  <a:schemeClr val="tx1"/>
                </a:solidFill>
              </a:rPr>
              <a:t>日志的重要性与传统局限</a:t>
            </a:r>
            <a:endParaRPr lang="zh-CN" altLang="en-US" b="1">
              <a:solidFill>
                <a:schemeClr val="tx1"/>
              </a:solidFill>
            </a:endParaRPr>
          </a:p>
        </p:txBody>
      </p:sp>
      <p:sp>
        <p:nvSpPr>
          <p:cNvPr id="4" name="文本占位符 3"/>
          <p:cNvSpPr>
            <a:spLocks noGrp="1"/>
          </p:cNvSpPr>
          <p:nvPr>
            <p:ph type="body" idx="16386"/>
            <p:custDataLst>
              <p:tags r:id="rId8"/>
            </p:custDataLst>
          </p:nvPr>
        </p:nvSpPr>
        <p:spPr>
          <a:xfrm>
            <a:off x="597179" y="1379224"/>
            <a:ext cx="10777881" cy="4379659"/>
          </a:xfrm>
        </p:spPr>
        <p:txBody>
          <a:bodyPr>
            <a:normAutofit fontScale="90000" lnSpcReduction="10000"/>
          </a:bodyPr>
          <a:p>
            <a:pPr>
              <a:spcBef>
                <a:spcPct val="42000"/>
              </a:spcBef>
              <a:spcAft>
                <a:spcPct val="42000"/>
              </a:spcAft>
            </a:pPr>
            <a:r>
              <a:rPr lang="zh-CN" altLang="en-US" sz="2400" b="1">
                <a:solidFill>
                  <a:schemeClr val="tx1"/>
                </a:solidFill>
              </a:rPr>
              <a:t>日志的核心作用</a:t>
            </a:r>
            <a:endParaRPr lang="zh-CN" altLang="en-US" sz="2400" b="1">
              <a:solidFill>
                <a:schemeClr val="tx1"/>
              </a:solidFill>
            </a:endParaRPr>
          </a:p>
          <a:p>
            <a:pPr>
              <a:spcAft>
                <a:spcPct val="63000"/>
              </a:spcAft>
            </a:pPr>
            <a:r>
              <a:rPr lang="zh-CN" altLang="en-US" sz="2200">
                <a:solidFill>
                  <a:schemeClr val="tx1"/>
                </a:solidFill>
              </a:rPr>
              <a:t>现代软件系统越来越庞大，其复杂性显著增长，日志作为调试、运维以及故障回溯的“黑匣子”，重要性不言而喻。通过日志，开发者和运维人员能有效排查问题、保障系统稳定运行。</a:t>
            </a:r>
            <a:endParaRPr lang="zh-CN" altLang="en-US" sz="2200">
              <a:solidFill>
                <a:schemeClr val="tx1"/>
              </a:solidFill>
            </a:endParaRPr>
          </a:p>
          <a:p>
            <a:pPr>
              <a:spcBef>
                <a:spcPct val="42000"/>
              </a:spcBef>
              <a:spcAft>
                <a:spcPct val="42000"/>
              </a:spcAft>
            </a:pPr>
            <a:r>
              <a:rPr lang="zh-CN" altLang="en-US" sz="2400" b="1">
                <a:solidFill>
                  <a:schemeClr val="tx1"/>
                </a:solidFill>
              </a:rPr>
              <a:t>传统方法的痛点</a:t>
            </a:r>
            <a:endParaRPr lang="zh-CN" altLang="en-US" sz="2400" b="1">
              <a:solidFill>
                <a:schemeClr val="tx1"/>
              </a:solidFill>
            </a:endParaRPr>
          </a:p>
          <a:p>
            <a:pPr indent="457200">
              <a:spcAft>
                <a:spcPct val="63000"/>
              </a:spcAft>
            </a:pPr>
            <a:r>
              <a:rPr lang="zh-CN" altLang="en-US" sz="2200" b="1">
                <a:solidFill>
                  <a:schemeClr val="accent5">
                    <a:lumMod val="75000"/>
                  </a:schemeClr>
                </a:solidFill>
              </a:rPr>
              <a:t>传统的人工插桩方法</a:t>
            </a:r>
            <a:r>
              <a:rPr lang="zh-CN" altLang="en-US" sz="2200">
                <a:solidFill>
                  <a:schemeClr val="tx1"/>
                </a:solidFill>
              </a:rPr>
              <a:t>存在诸多弊端，如：</a:t>
            </a:r>
            <a:r>
              <a:rPr lang="zh-CN" altLang="en-US" sz="2200" b="1">
                <a:solidFill>
                  <a:schemeClr val="tx1"/>
                </a:solidFill>
              </a:rPr>
              <a:t>严重依赖开发者个人经验</a:t>
            </a:r>
            <a:r>
              <a:rPr lang="zh-CN" altLang="en-US" sz="2200">
                <a:solidFill>
                  <a:schemeClr val="tx1"/>
                </a:solidFill>
              </a:rPr>
              <a:t>，导致不同开发者的日志风格不统一；</a:t>
            </a:r>
            <a:r>
              <a:rPr lang="zh-CN" altLang="en-US" sz="2200" b="1">
                <a:solidFill>
                  <a:schemeClr val="tx1"/>
                </a:solidFill>
              </a:rPr>
              <a:t>难以覆盖所有执行路径</a:t>
            </a:r>
            <a:r>
              <a:rPr lang="zh-CN" altLang="en-US" sz="2200">
                <a:solidFill>
                  <a:schemeClr val="tx1"/>
                </a:solidFill>
              </a:rPr>
              <a:t>，且随着系统规模的扩大，</a:t>
            </a:r>
            <a:r>
              <a:rPr lang="zh-CN" altLang="en-US" sz="2200" b="1">
                <a:solidFill>
                  <a:schemeClr val="tx1"/>
                </a:solidFill>
              </a:rPr>
              <a:t>插桩工作量呈指数级增长</a:t>
            </a:r>
            <a:r>
              <a:rPr lang="zh-CN" altLang="en-US" sz="2200">
                <a:solidFill>
                  <a:schemeClr val="tx1"/>
                </a:solidFill>
              </a:rPr>
              <a:t>。</a:t>
            </a:r>
            <a:endParaRPr lang="zh-CN" altLang="en-US" sz="2200">
              <a:solidFill>
                <a:schemeClr val="tx1"/>
              </a:solidFill>
            </a:endParaRPr>
          </a:p>
          <a:p>
            <a:pPr indent="457200">
              <a:spcAft>
                <a:spcPct val="63000"/>
              </a:spcAft>
            </a:pPr>
            <a:r>
              <a:rPr lang="zh-CN" altLang="en-US" sz="2200">
                <a:solidFill>
                  <a:schemeClr val="tx1"/>
                </a:solidFill>
              </a:rPr>
              <a:t>基于规则或模板的日志生成方式虽然在一定程度上提升了自动化程度，但由于其受预设规则的限制，无法根据多样化的业务场景进行灵活调整，在应对复杂多变的实际情况时表现不佳。</a:t>
            </a:r>
            <a:endParaRPr lang="zh-CN" altLang="en-US" sz="2200">
              <a:solidFill>
                <a:schemeClr val="tx1"/>
              </a:solidFill>
            </a:endParaRPr>
          </a:p>
          <a:p>
            <a:pPr>
              <a:spcAft>
                <a:spcPct val="63000"/>
              </a:spcAft>
            </a:pPr>
            <a:endParaRPr lang="zh-CN" altLang="en-US" sz="2200">
              <a:solidFill>
                <a:schemeClr val="tx1"/>
              </a:solidFill>
            </a:endParaRPr>
          </a:p>
          <a:p>
            <a:pPr>
              <a:spcAft>
                <a:spcPct val="63000"/>
              </a:spcAft>
            </a:pPr>
            <a:endParaRPr lang="zh-CN" altLang="en-US" sz="2200">
              <a:solidFill>
                <a:schemeClr val="tx1"/>
              </a:solidFill>
            </a:endParaRPr>
          </a:p>
        </p:txBody>
      </p:sp>
      <p:sp>
        <p:nvSpPr>
          <p:cNvPr id="7" name="文本框 6"/>
          <p:cNvSpPr txBox="1"/>
          <p:nvPr/>
        </p:nvSpPr>
        <p:spPr>
          <a:xfrm>
            <a:off x="1096813" y="5396753"/>
            <a:ext cx="9330678" cy="922020"/>
          </a:xfrm>
          <a:prstGeom prst="rect">
            <a:avLst/>
          </a:prstGeom>
          <a:noFill/>
        </p:spPr>
        <p:txBody>
          <a:bodyPr wrap="square" rtlCol="0" anchor="t">
            <a:noAutofit/>
          </a:bodyPr>
          <a:p>
            <a:pPr algn="ctr"/>
            <a:r>
              <a:rPr lang="zh-CN" altLang="en-US" sz="2400" b="1">
                <a:solidFill>
                  <a:schemeClr val="accent5">
                    <a:lumMod val="75000"/>
                  </a:schemeClr>
                </a:solidFill>
              </a:rPr>
              <a:t>传统的日志生成方法普遍缺乏程序上下文信息，难以准确表达复杂的执行语义，无法满足现代软件系统对日志精准性、全面性的要求</a:t>
            </a:r>
            <a:endParaRPr lang="zh-CN" altLang="en-US" sz="2400" b="1">
              <a:solidFill>
                <a:schemeClr val="accent5">
                  <a:lumMod val="75000"/>
                </a:schemeClr>
              </a:solidFill>
            </a:endParaRPr>
          </a:p>
        </p:txBody>
      </p:sp>
    </p:spTree>
    <p:custDataLst>
      <p:tags r:id="rId9"/>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custDataLst>
              <p:tags r:id="rId1"/>
            </p:custDataLst>
          </p:nvPr>
        </p:nvSpPr>
        <p:spPr>
          <a:xfrm>
            <a:off x="9852000" y="2598308"/>
            <a:ext cx="1800000" cy="225501"/>
          </a:xfrm>
          <a:prstGeom prst="rect">
            <a:avLst/>
          </a:prstGeom>
          <a:solidFill>
            <a:srgbClr val="FA8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sp>
        <p:nvSpPr>
          <p:cNvPr id="4" name="矩形 3"/>
          <p:cNvSpPr>
            <a:spLocks noGrp="1" noRot="1" noMove="1" noResize="1" noEditPoints="1" noAdjustHandles="1" noChangeArrowheads="1" noChangeShapeType="1"/>
          </p:cNvSpPr>
          <p:nvPr>
            <p:custDataLst>
              <p:tags r:id="rId2"/>
            </p:custDataLst>
          </p:nvPr>
        </p:nvSpPr>
        <p:spPr>
          <a:xfrm>
            <a:off x="1080000" y="0"/>
            <a:ext cx="4304800" cy="6858000"/>
          </a:xfrm>
          <a:prstGeom prst="rect">
            <a:avLst/>
          </a:prstGeom>
          <a:gradFill>
            <a:gsLst>
              <a:gs pos="0">
                <a:srgbClr val="FA8C2B"/>
              </a:gs>
              <a:gs pos="100000">
                <a:srgbClr val="FBA95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a:spLocks noGrp="1" noRot="1" noMove="1" noResize="1" noEditPoints="1" noAdjustHandles="1" noChangeArrowheads="1" noChangeShapeType="1"/>
          </p:cNvSpPr>
          <p:nvPr>
            <p:custDataLst>
              <p:tags r:id="rId3"/>
            </p:custDataLst>
          </p:nvPr>
        </p:nvSpPr>
        <p:spPr>
          <a:xfrm>
            <a:off x="940617" y="1520574"/>
            <a:ext cx="1685077" cy="1569660"/>
          </a:xfrm>
          <a:prstGeom prst="rect">
            <a:avLst/>
          </a:prstGeom>
          <a:noFill/>
        </p:spPr>
        <p:txBody>
          <a:bodyPr wrap="none" rtlCol="0">
            <a:spAutoFit/>
          </a:bodyPr>
          <a:lstStyle/>
          <a:p>
            <a:r>
              <a:rPr lang="en-US" altLang="zh-CN" sz="9600" dirty="0">
                <a:solidFill>
                  <a:schemeClr val="bg1"/>
                </a:solidFill>
                <a:latin typeface="思源黑体 CN Heavy" panose="020B0A00000000000000" pitchFamily="34" charset="-122"/>
                <a:ea typeface="思源黑体 CN Heavy" panose="020B0A00000000000000" pitchFamily="34" charset="-122"/>
              </a:rPr>
              <a:t>02</a:t>
            </a:r>
            <a:endParaRPr lang="en-US" altLang="zh-CN" sz="9600" dirty="0">
              <a:solidFill>
                <a:schemeClr val="bg1"/>
              </a:solidFill>
              <a:latin typeface="思源黑体 CN Heavy" panose="020B0A00000000000000" pitchFamily="34" charset="-122"/>
              <a:ea typeface="思源黑体 CN Heavy" panose="020B0A00000000000000" pitchFamily="34" charset="-122"/>
            </a:endParaRPr>
          </a:p>
        </p:txBody>
      </p:sp>
      <p:pic>
        <p:nvPicPr>
          <p:cNvPr id="3" name="图片 2" descr="街道上有许多树&#10;&#10;描述已自动生成"/>
          <p:cNvPicPr>
            <a:picLocks noChangeAspect="1"/>
          </p:cNvPicPr>
          <p:nvPr>
            <p:custDataLst>
              <p:tags r:id="rId4"/>
            </p:custDataLst>
          </p:nvPr>
        </p:nvPicPr>
        <p:blipFill rotWithShape="1">
          <a:blip r:embed="rId5" cstate="print"/>
          <a:srcRect/>
          <a:stretch>
            <a:fillRect/>
          </a:stretch>
        </p:blipFill>
        <p:spPr>
          <a:xfrm>
            <a:off x="1086598" y="2712534"/>
            <a:ext cx="6291673" cy="3539066"/>
          </a:xfrm>
          <a:prstGeom prst="rect">
            <a:avLst/>
          </a:prstGeom>
        </p:spPr>
      </p:pic>
      <p:sp>
        <p:nvSpPr>
          <p:cNvPr id="18" name="文本框 17"/>
          <p:cNvSpPr txBox="1"/>
          <p:nvPr>
            <p:custDataLst>
              <p:tags r:id="rId6"/>
            </p:custDataLst>
          </p:nvPr>
        </p:nvSpPr>
        <p:spPr>
          <a:xfrm>
            <a:off x="8798181" y="1959406"/>
            <a:ext cx="2954655" cy="923330"/>
          </a:xfrm>
          <a:prstGeom prst="rect">
            <a:avLst/>
          </a:prstGeom>
          <a:noFill/>
        </p:spPr>
        <p:txBody>
          <a:bodyPr wrap="none" rtlCol="0">
            <a:normAutofit fontScale="90000"/>
          </a:bodyPr>
          <a:lstStyle/>
          <a:p>
            <a:pPr algn="r"/>
            <a:r>
              <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rPr>
              <a:t>LLM赋能日志生成</a:t>
            </a:r>
            <a:endPar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pic>
        <p:nvPicPr>
          <p:cNvPr id="19" name="图形 18"/>
          <p:cNvPicPr>
            <a:picLocks noGrp="1" noRot="1" noChangeAspect="1" noMove="1" noResize="1" noEditPoints="1" noAdjustHandles="1" noChangeArrowheads="1" noChangeShapeType="1" noCrop="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10032000" y="355599"/>
            <a:ext cx="1620000" cy="466221"/>
          </a:xfrm>
          <a:prstGeom prst="rect">
            <a:avLst/>
          </a:prstGeom>
        </p:spPr>
      </p:pic>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7" name="图片 16"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2" name="标题 1"/>
          <p:cNvSpPr>
            <a:spLocks noGrp="1"/>
          </p:cNvSpPr>
          <p:nvPr>
            <p:ph type="ctrTitle" idx="16385"/>
            <p:custDataLst>
              <p:tags r:id="rId7"/>
            </p:custDataLst>
          </p:nvPr>
        </p:nvSpPr>
        <p:spPr/>
        <p:txBody>
          <a:bodyPr>
            <a:normAutofit/>
          </a:bodyPr>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为什么选择L</a:t>
            </a:r>
            <a:r>
              <a:rPr lang="en-US" altLang="zh-CN" b="1">
                <a:solidFill>
                  <a:schemeClr val="tx1"/>
                </a:solidFill>
                <a:latin typeface="等线" panose="02010600030101010101" charset="-122"/>
                <a:ea typeface="等线" panose="02010600030101010101" charset="-122"/>
                <a:cs typeface="等线" panose="02010600030101010101" charset="-122"/>
              </a:rPr>
              <a:t>LM</a:t>
            </a:r>
            <a:r>
              <a:rPr lang="zh-CN" altLang="en-US" b="1">
                <a:solidFill>
                  <a:schemeClr val="tx1"/>
                </a:solidFill>
                <a:latin typeface="等线" panose="02010600030101010101" charset="-122"/>
                <a:ea typeface="等线" panose="02010600030101010101" charset="-122"/>
                <a:cs typeface="等线" panose="02010600030101010101" charset="-122"/>
              </a:rPr>
              <a:t>？</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
        <p:nvSpPr>
          <p:cNvPr id="3" name="装饰  1"/>
          <p:cNvSpPr>
            <a:spLocks noGrp="1"/>
          </p:cNvSpPr>
          <p:nvPr>
            <p:ph type="body" idx="16390"/>
            <p:custDataLst>
              <p:tags r:id="rId8"/>
            </p:custDataLst>
          </p:nvPr>
        </p:nvSpPr>
        <p:spPr>
          <a:xfrm>
            <a:off x="1092588" y="1524000"/>
            <a:ext cx="10489812" cy="1841475"/>
          </a:xfrm>
          <a:solidFill>
            <a:schemeClr val="accent4">
              <a:lumMod val="20000"/>
              <a:lumOff val="80000"/>
              <a:alpha val="100000"/>
            </a:schemeClr>
          </a:solidFill>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9"/>
            </p:custDataLst>
          </p:nvPr>
        </p:nvSpPr>
        <p:spPr>
          <a:xfrm>
            <a:off x="1384957" y="2154412"/>
            <a:ext cx="1843152" cy="406400"/>
          </a:xfrm>
        </p:spPr>
        <p:txBody>
          <a:bodyPr>
            <a:noAutofit/>
          </a:bodyPr>
          <a:p>
            <a:r>
              <a:rPr lang="zh-CN" altLang="en-US" sz="2800" b="1">
                <a:solidFill>
                  <a:schemeClr val="tx1"/>
                </a:solidFill>
                <a:latin typeface="等线" panose="02010600030101010101" charset="-122"/>
                <a:ea typeface="等线" panose="02010600030101010101" charset="-122"/>
                <a:cs typeface="等线" panose="02010600030101010101" charset="-122"/>
              </a:rPr>
              <a:t>LLM</a:t>
            </a:r>
            <a:r>
              <a:rPr lang="zh-CN" altLang="en-US" sz="2800" b="1">
                <a:solidFill>
                  <a:schemeClr val="tx1"/>
                </a:solidFill>
              </a:rPr>
              <a:t>的优势</a:t>
            </a:r>
            <a:endParaRPr lang="zh-CN" altLang="en-US" sz="2800" b="1">
              <a:solidFill>
                <a:schemeClr val="tx1"/>
              </a:solidFill>
            </a:endParaRPr>
          </a:p>
        </p:txBody>
      </p:sp>
      <p:sp>
        <p:nvSpPr>
          <p:cNvPr id="6" name="文本占位符 5"/>
          <p:cNvSpPr>
            <a:spLocks noGrp="1"/>
          </p:cNvSpPr>
          <p:nvPr>
            <p:ph type="body" idx="16387"/>
            <p:custDataLst>
              <p:tags r:id="rId10"/>
            </p:custDataLst>
          </p:nvPr>
        </p:nvSpPr>
        <p:spPr>
          <a:xfrm>
            <a:off x="4165570" y="1866883"/>
            <a:ext cx="7286202" cy="1337402"/>
          </a:xfrm>
        </p:spPr>
        <p:txBody>
          <a:bodyPr>
            <a:normAutofit/>
          </a:bodyPr>
          <a:p>
            <a:r>
              <a:rPr lang="zh-CN" altLang="en-US" sz="1800">
                <a:solidFill>
                  <a:schemeClr val="tx1"/>
                </a:solidFill>
              </a:rPr>
              <a:t>具备极强的语义理解与生成能力，可进行代码生成、补全和摘要等操作</a:t>
            </a:r>
            <a:endParaRPr lang="zh-CN" altLang="en-US" sz="1800">
              <a:solidFill>
                <a:schemeClr val="tx1"/>
              </a:solidFill>
            </a:endParaRPr>
          </a:p>
          <a:p>
            <a:endParaRPr lang="en-US" altLang="zh-CN" sz="1800">
              <a:solidFill>
                <a:schemeClr val="tx1"/>
              </a:solidFill>
            </a:endParaRPr>
          </a:p>
          <a:p>
            <a:r>
              <a:rPr lang="zh-CN" altLang="en-US" sz="1800">
                <a:solidFill>
                  <a:schemeClr val="tx1"/>
                </a:solidFill>
              </a:rPr>
              <a:t>能根据自然语言描述生成语法正确、功能完整的代码片段</a:t>
            </a:r>
            <a:endParaRPr lang="zh-CN" altLang="en-US" sz="1800">
              <a:solidFill>
                <a:schemeClr val="tx1"/>
              </a:solidFill>
            </a:endParaRPr>
          </a:p>
          <a:p>
            <a:endParaRPr lang="zh-CN" altLang="en-US" sz="1800">
              <a:solidFill>
                <a:schemeClr val="tx1"/>
              </a:solidFill>
            </a:endParaRPr>
          </a:p>
        </p:txBody>
      </p:sp>
      <p:sp>
        <p:nvSpPr>
          <p:cNvPr id="7" name="装饰  5"/>
          <p:cNvSpPr>
            <a:spLocks noGrp="1"/>
          </p:cNvSpPr>
          <p:nvPr>
            <p:ph type="body" idx="16392"/>
            <p:custDataLst>
              <p:tags r:id="rId11"/>
            </p:custDataLst>
          </p:nvPr>
        </p:nvSpPr>
        <p:spPr>
          <a:xfrm>
            <a:off x="1092588" y="4038600"/>
            <a:ext cx="10489812" cy="2209800"/>
          </a:xfrm>
          <a:solidFill>
            <a:schemeClr val="accent4">
              <a:lumMod val="40000"/>
              <a:lumOff val="60000"/>
              <a:alpha val="100000"/>
            </a:schemeClr>
          </a:solidFill>
        </p:spPr>
        <p:txBody>
          <a:bodyPr/>
          <a:p>
            <a:r>
              <a:rPr lang="zh-CN" altLang="en-US">
                <a:solidFill>
                  <a:schemeClr val="bg1"/>
                </a:solidFill>
              </a:rPr>
              <a:t> </a:t>
            </a:r>
            <a:endParaRPr lang="zh-CN" altLang="en-US">
              <a:solidFill>
                <a:schemeClr val="bg1"/>
              </a:solidFill>
            </a:endParaRPr>
          </a:p>
        </p:txBody>
      </p:sp>
      <p:sp>
        <p:nvSpPr>
          <p:cNvPr id="9" name="文本占位符 8"/>
          <p:cNvSpPr>
            <a:spLocks noGrp="1"/>
          </p:cNvSpPr>
          <p:nvPr>
            <p:ph type="body" idx="16388"/>
            <p:custDataLst>
              <p:tags r:id="rId12"/>
            </p:custDataLst>
          </p:nvPr>
        </p:nvSpPr>
        <p:spPr>
          <a:xfrm>
            <a:off x="1384957" y="4940250"/>
            <a:ext cx="6807200" cy="406400"/>
          </a:xfrm>
        </p:spPr>
        <p:txBody>
          <a:bodyPr>
            <a:noAutofit/>
          </a:bodyPr>
          <a:p>
            <a:r>
              <a:rPr lang="zh-CN" altLang="en-US" sz="2800" b="1">
                <a:solidFill>
                  <a:schemeClr val="tx1"/>
                </a:solidFill>
              </a:rPr>
              <a:t>两种主要方法</a:t>
            </a:r>
            <a:endParaRPr lang="zh-CN" altLang="en-US" sz="2800" b="1">
              <a:solidFill>
                <a:schemeClr val="tx1"/>
              </a:solidFill>
            </a:endParaRPr>
          </a:p>
        </p:txBody>
      </p:sp>
      <p:sp>
        <p:nvSpPr>
          <p:cNvPr id="10" name="文本占位符 9"/>
          <p:cNvSpPr>
            <a:spLocks noGrp="1"/>
          </p:cNvSpPr>
          <p:nvPr>
            <p:ph type="body" idx="16389"/>
            <p:custDataLst>
              <p:tags r:id="rId13"/>
            </p:custDataLst>
          </p:nvPr>
        </p:nvSpPr>
        <p:spPr>
          <a:xfrm>
            <a:off x="4339742" y="4249347"/>
            <a:ext cx="7112030" cy="1829813"/>
          </a:xfrm>
        </p:spPr>
        <p:txBody>
          <a:bodyPr>
            <a:noAutofit/>
          </a:bodyPr>
          <a:p>
            <a:r>
              <a:rPr lang="zh-CN" altLang="en-US" sz="1800" b="1">
                <a:solidFill>
                  <a:srgbClr val="000000"/>
                </a:solidFill>
              </a:rPr>
              <a:t>基于局部上下文</a:t>
            </a:r>
            <a:endParaRPr lang="zh-CN" altLang="en-US" sz="1800" b="1">
              <a:solidFill>
                <a:srgbClr val="000000"/>
              </a:solidFill>
            </a:endParaRPr>
          </a:p>
          <a:p>
            <a:r>
              <a:rPr lang="zh-CN" altLang="en-US" sz="1800">
                <a:solidFill>
                  <a:srgbClr val="000000"/>
                </a:solidFill>
                <a:sym typeface="+mn-ea"/>
              </a:rPr>
              <a:t>仅输入函数或代码块，</a:t>
            </a:r>
            <a:r>
              <a:rPr lang="zh-CN" altLang="en-US" sz="1800">
                <a:solidFill>
                  <a:srgbClr val="000000"/>
                </a:solidFill>
              </a:rPr>
              <a:t>成本低但缺乏全局视野</a:t>
            </a:r>
            <a:endParaRPr lang="zh-CN" altLang="en-US" sz="1800">
              <a:solidFill>
                <a:srgbClr val="000000"/>
              </a:solidFill>
            </a:endParaRPr>
          </a:p>
          <a:p>
            <a:endParaRPr lang="zh-CN" altLang="en-US" sz="1800">
              <a:solidFill>
                <a:srgbClr val="000000"/>
              </a:solidFill>
            </a:endParaRPr>
          </a:p>
          <a:p>
            <a:r>
              <a:rPr lang="zh-CN" altLang="en-US" sz="1800" b="1">
                <a:solidFill>
                  <a:srgbClr val="000000"/>
                </a:solidFill>
              </a:rPr>
              <a:t>基于扩展程序上下文</a:t>
            </a:r>
            <a:endParaRPr lang="zh-CN" altLang="en-US" sz="1800" b="1">
              <a:solidFill>
                <a:srgbClr val="000000"/>
              </a:solidFill>
            </a:endParaRPr>
          </a:p>
          <a:p>
            <a:r>
              <a:rPr lang="zh-CN" altLang="en-US" sz="1800">
                <a:solidFill>
                  <a:srgbClr val="000000"/>
                </a:solidFill>
              </a:rPr>
              <a:t>引入跨函数信息，能显著提升日志的语义完整性与关联性</a:t>
            </a:r>
            <a:endParaRPr lang="en-US" altLang="zh-CN" sz="1800">
              <a:solidFill>
                <a:srgbClr val="000000"/>
              </a:solidFill>
            </a:endParaRPr>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7" name="图片 16"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2" name="标题 1"/>
          <p:cNvSpPr>
            <a:spLocks noGrp="1"/>
          </p:cNvSpPr>
          <p:nvPr>
            <p:ph type="ctrTitle" idx="16385"/>
            <p:custDataLst>
              <p:tags r:id="rId7"/>
            </p:custDataLst>
          </p:nvPr>
        </p:nvSpPr>
        <p:spPr/>
        <p:txBody>
          <a:bodyPr>
            <a:normAutofit/>
          </a:bodyPr>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增强技术：思维链与上下文学习</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
        <p:nvSpPr>
          <p:cNvPr id="3" name="装饰  1"/>
          <p:cNvSpPr>
            <a:spLocks noGrp="1"/>
          </p:cNvSpPr>
          <p:nvPr>
            <p:ph type="body" idx="16390"/>
            <p:custDataLst>
              <p:tags r:id="rId8"/>
            </p:custDataLst>
          </p:nvPr>
        </p:nvSpPr>
        <p:spPr>
          <a:xfrm>
            <a:off x="1092588" y="1524000"/>
            <a:ext cx="10489812" cy="1841475"/>
          </a:xfrm>
          <a:solidFill>
            <a:schemeClr val="accent4">
              <a:lumMod val="20000"/>
              <a:lumOff val="80000"/>
              <a:alpha val="100000"/>
            </a:schemeClr>
          </a:solidFill>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9"/>
            </p:custDataLst>
          </p:nvPr>
        </p:nvSpPr>
        <p:spPr>
          <a:xfrm>
            <a:off x="1384935" y="1866900"/>
            <a:ext cx="3578819" cy="406400"/>
          </a:xfrm>
        </p:spPr>
        <p:txBody>
          <a:bodyPr>
            <a:noAutofit/>
          </a:bodyPr>
          <a:p>
            <a:r>
              <a:rPr lang="zh-CN" altLang="en-US" sz="2800" b="1">
                <a:solidFill>
                  <a:schemeClr val="tx1"/>
                </a:solidFill>
              </a:rPr>
              <a:t>思维链</a:t>
            </a:r>
            <a:r>
              <a:rPr lang="en-US" altLang="zh-CN" sz="2800" b="1">
                <a:solidFill>
                  <a:schemeClr val="tx1"/>
                </a:solidFill>
                <a:cs typeface="Arial" panose="020B0604020202020204" pitchFamily="34" charset="0"/>
              </a:rPr>
              <a:t>COT</a:t>
            </a:r>
            <a:endParaRPr lang="en-US" altLang="zh-CN" sz="2800" b="1">
              <a:solidFill>
                <a:schemeClr val="tx1"/>
              </a:solidFill>
              <a:cs typeface="Arial" panose="020B0604020202020204" pitchFamily="34" charset="0"/>
            </a:endParaRPr>
          </a:p>
          <a:p>
            <a:r>
              <a:rPr lang="en-US" altLang="zh-CN" sz="2000" b="1">
                <a:solidFill>
                  <a:schemeClr val="tx1"/>
                </a:solidFill>
              </a:rPr>
              <a:t>Chain-of-Thought</a:t>
            </a:r>
            <a:endParaRPr lang="zh-CN" altLang="en-US" sz="2000" b="1">
              <a:solidFill>
                <a:schemeClr val="tx1"/>
              </a:solidFill>
            </a:endParaRPr>
          </a:p>
        </p:txBody>
      </p:sp>
      <p:sp>
        <p:nvSpPr>
          <p:cNvPr id="6" name="文本占位符 5"/>
          <p:cNvSpPr>
            <a:spLocks noGrp="1"/>
          </p:cNvSpPr>
          <p:nvPr>
            <p:ph type="body" idx="16387"/>
            <p:custDataLst>
              <p:tags r:id="rId10"/>
            </p:custDataLst>
          </p:nvPr>
        </p:nvSpPr>
        <p:spPr>
          <a:xfrm>
            <a:off x="4535987" y="1866900"/>
            <a:ext cx="6545369" cy="1337402"/>
          </a:xfrm>
        </p:spPr>
        <p:txBody>
          <a:bodyPr>
            <a:normAutofit/>
          </a:bodyPr>
          <a:p>
            <a:r>
              <a:rPr lang="zh-CN" altLang="en-US" sz="1800">
                <a:solidFill>
                  <a:schemeClr val="tx1"/>
                </a:solidFill>
              </a:rPr>
              <a:t>思维链可引导</a:t>
            </a:r>
            <a:r>
              <a:rPr lang="en-US" altLang="zh-CN" sz="1800">
                <a:solidFill>
                  <a:schemeClr val="tx1"/>
                </a:solidFill>
              </a:rPr>
              <a:t>LLM</a:t>
            </a:r>
            <a:r>
              <a:rPr lang="zh-CN" altLang="en-US" sz="1800">
                <a:solidFill>
                  <a:schemeClr val="tx1"/>
                </a:solidFill>
              </a:rPr>
              <a:t>分步推理</a:t>
            </a:r>
            <a:endParaRPr lang="zh-CN" altLang="en-US" sz="1800">
              <a:solidFill>
                <a:schemeClr val="tx1"/>
              </a:solidFill>
            </a:endParaRPr>
          </a:p>
          <a:p>
            <a:r>
              <a:rPr lang="zh-CN" altLang="en-US" sz="1800">
                <a:solidFill>
                  <a:schemeClr val="tx1"/>
                </a:solidFill>
              </a:rPr>
              <a:t>具体过程为分析执行阶段、识别核心变量、确定日志级别与内容，使得</a:t>
            </a:r>
            <a:r>
              <a:rPr lang="en-US" altLang="zh-CN" sz="1800">
                <a:solidFill>
                  <a:schemeClr val="tx1"/>
                </a:solidFill>
              </a:rPr>
              <a:t>LLM</a:t>
            </a:r>
            <a:r>
              <a:rPr lang="zh-CN" altLang="en-US" sz="1800">
                <a:solidFill>
                  <a:schemeClr val="tx1"/>
                </a:solidFill>
              </a:rPr>
              <a:t>生成的日志更有条理</a:t>
            </a:r>
            <a:endParaRPr lang="zh-CN" altLang="en-US" sz="1800">
              <a:solidFill>
                <a:schemeClr val="tx1"/>
              </a:solidFill>
            </a:endParaRPr>
          </a:p>
        </p:txBody>
      </p:sp>
      <p:sp>
        <p:nvSpPr>
          <p:cNvPr id="7" name="装饰  5"/>
          <p:cNvSpPr>
            <a:spLocks noGrp="1"/>
          </p:cNvSpPr>
          <p:nvPr>
            <p:ph type="body" idx="16392"/>
            <p:custDataLst>
              <p:tags r:id="rId11"/>
            </p:custDataLst>
          </p:nvPr>
        </p:nvSpPr>
        <p:spPr>
          <a:xfrm>
            <a:off x="1092588" y="4038600"/>
            <a:ext cx="10489812" cy="2209800"/>
          </a:xfrm>
          <a:solidFill>
            <a:schemeClr val="accent4">
              <a:lumMod val="40000"/>
              <a:lumOff val="60000"/>
              <a:alpha val="100000"/>
            </a:schemeClr>
          </a:solidFill>
        </p:spPr>
        <p:txBody>
          <a:bodyPr/>
          <a:p>
            <a:r>
              <a:rPr lang="zh-CN" altLang="en-US">
                <a:solidFill>
                  <a:schemeClr val="bg1"/>
                </a:solidFill>
              </a:rPr>
              <a:t> </a:t>
            </a:r>
            <a:endParaRPr lang="zh-CN" altLang="en-US">
              <a:solidFill>
                <a:schemeClr val="bg1"/>
              </a:solidFill>
            </a:endParaRPr>
          </a:p>
        </p:txBody>
      </p:sp>
      <p:sp>
        <p:nvSpPr>
          <p:cNvPr id="9" name="文本占位符 8"/>
          <p:cNvSpPr>
            <a:spLocks noGrp="1"/>
          </p:cNvSpPr>
          <p:nvPr>
            <p:ph type="body" idx="16388"/>
            <p:custDataLst>
              <p:tags r:id="rId12"/>
            </p:custDataLst>
          </p:nvPr>
        </p:nvSpPr>
        <p:spPr>
          <a:xfrm>
            <a:off x="1384935" y="4760333"/>
            <a:ext cx="6807200" cy="406400"/>
          </a:xfrm>
        </p:spPr>
        <p:txBody>
          <a:bodyPr>
            <a:noAutofit/>
          </a:bodyPr>
          <a:p>
            <a:r>
              <a:rPr lang="zh-CN" altLang="en-US" sz="2800" b="1">
                <a:solidFill>
                  <a:schemeClr val="tx1"/>
                </a:solidFill>
              </a:rPr>
              <a:t>上下文学习</a:t>
            </a:r>
            <a:r>
              <a:rPr lang="en-US" altLang="zh-CN" sz="2800" b="1">
                <a:solidFill>
                  <a:schemeClr val="tx1"/>
                </a:solidFill>
              </a:rPr>
              <a:t>ICT</a:t>
            </a:r>
            <a:endParaRPr lang="en-US" altLang="zh-CN" sz="2800" b="1">
              <a:solidFill>
                <a:schemeClr val="tx1"/>
              </a:solidFill>
            </a:endParaRPr>
          </a:p>
          <a:p>
            <a:r>
              <a:rPr lang="en-US" altLang="zh-CN" sz="2000" b="1">
                <a:solidFill>
                  <a:schemeClr val="tx1"/>
                </a:solidFill>
              </a:rPr>
              <a:t>In-Context Learning</a:t>
            </a:r>
            <a:endParaRPr lang="zh-CN" altLang="en-US" sz="2000" b="1">
              <a:solidFill>
                <a:schemeClr val="tx1"/>
              </a:solidFill>
            </a:endParaRPr>
          </a:p>
        </p:txBody>
      </p:sp>
      <p:sp>
        <p:nvSpPr>
          <p:cNvPr id="10" name="文本占位符 9"/>
          <p:cNvSpPr>
            <a:spLocks noGrp="1"/>
          </p:cNvSpPr>
          <p:nvPr>
            <p:ph type="body" idx="16389"/>
            <p:custDataLst>
              <p:tags r:id="rId13"/>
            </p:custDataLst>
          </p:nvPr>
        </p:nvSpPr>
        <p:spPr>
          <a:xfrm>
            <a:off x="4536017" y="4632679"/>
            <a:ext cx="6545368" cy="1021641"/>
          </a:xfrm>
        </p:spPr>
        <p:txBody>
          <a:bodyPr>
            <a:noAutofit/>
          </a:bodyPr>
          <a:p>
            <a:r>
              <a:rPr lang="zh-CN" altLang="en-US" sz="1800">
                <a:solidFill>
                  <a:srgbClr val="000000"/>
                </a:solidFill>
              </a:rPr>
              <a:t>在</a:t>
            </a:r>
            <a:r>
              <a:rPr lang="en-US" altLang="zh-CN" sz="1800">
                <a:solidFill>
                  <a:srgbClr val="000000"/>
                </a:solidFill>
              </a:rPr>
              <a:t>Prompt</a:t>
            </a:r>
            <a:r>
              <a:rPr lang="zh-CN" altLang="en-US" sz="1800">
                <a:solidFill>
                  <a:srgbClr val="000000"/>
                </a:solidFill>
              </a:rPr>
              <a:t>中提供高质量日志生成示例，使</a:t>
            </a:r>
            <a:r>
              <a:rPr lang="en-US" altLang="zh-CN" sz="1800">
                <a:solidFill>
                  <a:srgbClr val="000000"/>
                </a:solidFill>
              </a:rPr>
              <a:t>LLM</a:t>
            </a:r>
            <a:r>
              <a:rPr lang="zh-CN" altLang="en-US" sz="1800">
                <a:solidFill>
                  <a:srgbClr val="000000"/>
                </a:solidFill>
              </a:rPr>
              <a:t>学习项目特定的日志风格与规范，从而减少对人工规则的依赖，使生成的日志更贴合项目实际需求</a:t>
            </a:r>
            <a:endParaRPr lang="en-US" altLang="zh-CN" sz="1800">
              <a:solidFill>
                <a:srgbClr val="000000"/>
              </a:solidFill>
            </a:endParaRPr>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custDataLst>
              <p:tags r:id="rId1"/>
            </p:custDataLst>
          </p:nvPr>
        </p:nvSpPr>
        <p:spPr>
          <a:xfrm>
            <a:off x="9852000" y="2598308"/>
            <a:ext cx="1800000" cy="225501"/>
          </a:xfrm>
          <a:prstGeom prst="rect">
            <a:avLst/>
          </a:prstGeom>
          <a:solidFill>
            <a:srgbClr val="FA8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sp>
        <p:nvSpPr>
          <p:cNvPr id="4" name="矩形 3"/>
          <p:cNvSpPr>
            <a:spLocks noGrp="1" noRot="1" noMove="1" noResize="1" noEditPoints="1" noAdjustHandles="1" noChangeArrowheads="1" noChangeShapeType="1"/>
          </p:cNvSpPr>
          <p:nvPr>
            <p:custDataLst>
              <p:tags r:id="rId2"/>
            </p:custDataLst>
          </p:nvPr>
        </p:nvSpPr>
        <p:spPr>
          <a:xfrm>
            <a:off x="1080000" y="0"/>
            <a:ext cx="4304800" cy="6858000"/>
          </a:xfrm>
          <a:prstGeom prst="rect">
            <a:avLst/>
          </a:prstGeom>
          <a:gradFill>
            <a:gsLst>
              <a:gs pos="0">
                <a:srgbClr val="FA8C2B"/>
              </a:gs>
              <a:gs pos="100000">
                <a:srgbClr val="FBA95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a:spLocks noGrp="1" noRot="1" noMove="1" noResize="1" noEditPoints="1" noAdjustHandles="1" noChangeArrowheads="1" noChangeShapeType="1"/>
          </p:cNvSpPr>
          <p:nvPr>
            <p:custDataLst>
              <p:tags r:id="rId3"/>
            </p:custDataLst>
          </p:nvPr>
        </p:nvSpPr>
        <p:spPr>
          <a:xfrm>
            <a:off x="940617" y="1520574"/>
            <a:ext cx="1685077" cy="1569660"/>
          </a:xfrm>
          <a:prstGeom prst="rect">
            <a:avLst/>
          </a:prstGeom>
          <a:noFill/>
        </p:spPr>
        <p:txBody>
          <a:bodyPr wrap="none" rtlCol="0">
            <a:spAutoFit/>
          </a:bodyPr>
          <a:lstStyle/>
          <a:p>
            <a:r>
              <a:rPr lang="en-US" altLang="zh-CN" sz="9600" dirty="0">
                <a:solidFill>
                  <a:schemeClr val="bg1"/>
                </a:solidFill>
                <a:latin typeface="思源黑体 CN Heavy" panose="020B0A00000000000000" pitchFamily="34" charset="-122"/>
                <a:ea typeface="思源黑体 CN Heavy" panose="020B0A00000000000000" pitchFamily="34" charset="-122"/>
              </a:rPr>
              <a:t>03</a:t>
            </a:r>
            <a:endParaRPr lang="en-US" altLang="zh-CN" sz="9600" dirty="0">
              <a:solidFill>
                <a:schemeClr val="bg1"/>
              </a:solidFill>
              <a:latin typeface="思源黑体 CN Heavy" panose="020B0A00000000000000" pitchFamily="34" charset="-122"/>
              <a:ea typeface="思源黑体 CN Heavy" panose="020B0A00000000000000" pitchFamily="34" charset="-122"/>
            </a:endParaRPr>
          </a:p>
        </p:txBody>
      </p:sp>
      <p:pic>
        <p:nvPicPr>
          <p:cNvPr id="3" name="图片 2" descr="街道上有许多树&#10;&#10;描述已自动生成"/>
          <p:cNvPicPr>
            <a:picLocks noChangeAspect="1"/>
          </p:cNvPicPr>
          <p:nvPr>
            <p:custDataLst>
              <p:tags r:id="rId4"/>
            </p:custDataLst>
          </p:nvPr>
        </p:nvPicPr>
        <p:blipFill rotWithShape="1">
          <a:blip r:embed="rId5" cstate="print"/>
          <a:srcRect/>
          <a:stretch>
            <a:fillRect/>
          </a:stretch>
        </p:blipFill>
        <p:spPr>
          <a:xfrm>
            <a:off x="1086598" y="2712534"/>
            <a:ext cx="6291673" cy="3539066"/>
          </a:xfrm>
          <a:prstGeom prst="rect">
            <a:avLst/>
          </a:prstGeom>
        </p:spPr>
      </p:pic>
      <p:sp>
        <p:nvSpPr>
          <p:cNvPr id="18" name="文本框 17"/>
          <p:cNvSpPr txBox="1"/>
          <p:nvPr>
            <p:custDataLst>
              <p:tags r:id="rId6"/>
            </p:custDataLst>
          </p:nvPr>
        </p:nvSpPr>
        <p:spPr>
          <a:xfrm>
            <a:off x="-366986" y="1959406"/>
            <a:ext cx="12119822" cy="923330"/>
          </a:xfrm>
          <a:prstGeom prst="rect">
            <a:avLst/>
          </a:prstGeom>
          <a:noFill/>
        </p:spPr>
        <p:txBody>
          <a:bodyPr wrap="none" rtlCol="0">
            <a:normAutofit fontScale="90000"/>
          </a:bodyPr>
          <a:lstStyle/>
          <a:p>
            <a:pPr algn="r"/>
            <a:r>
              <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rPr>
              <a:t>核心技术</a:t>
            </a:r>
            <a:endPar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pic>
        <p:nvPicPr>
          <p:cNvPr id="19" name="图形 18"/>
          <p:cNvPicPr>
            <a:picLocks noGrp="1" noRot="1" noChangeAspect="1" noMove="1" noResize="1" noEditPoints="1" noAdjustHandles="1" noChangeArrowheads="1" noChangeShapeType="1" noCrop="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10032000" y="355599"/>
            <a:ext cx="1620000" cy="466221"/>
          </a:xfrm>
          <a:prstGeom prst="rect">
            <a:avLst/>
          </a:prstGeom>
        </p:spPr>
      </p:pic>
      <p:sp>
        <p:nvSpPr>
          <p:cNvPr id="2" name="文本框 1"/>
          <p:cNvSpPr txBox="1"/>
          <p:nvPr/>
        </p:nvSpPr>
        <p:spPr>
          <a:xfrm>
            <a:off x="9101667" y="3090228"/>
            <a:ext cx="3028950" cy="369570"/>
          </a:xfrm>
          <a:prstGeom prst="rect">
            <a:avLst/>
          </a:prstGeom>
          <a:noFill/>
        </p:spPr>
        <p:txBody>
          <a:bodyPr wrap="square" rtlCol="0" anchor="t">
            <a:noAutofit/>
          </a:bodyPr>
          <a:p>
            <a:r>
              <a:rPr lang="zh-CN" altLang="en-US"/>
              <a:t>静态程序分析与调用上下文</a:t>
            </a:r>
            <a:endParaRPr lang="zh-CN" altLang="en-US"/>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7" name="图片 16"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5" name="文本占位符 4"/>
          <p:cNvSpPr>
            <a:spLocks noGrp="1"/>
          </p:cNvSpPr>
          <p:nvPr>
            <p:ph type="body" idx="16386"/>
            <p:custDataLst>
              <p:tags r:id="rId7"/>
            </p:custDataLst>
          </p:nvPr>
        </p:nvSpPr>
        <p:spPr/>
        <p:txBody>
          <a:bodyPr>
            <a:noAutofit/>
          </a:bodyPr>
          <a:p>
            <a:r>
              <a:rPr lang="zh-CN" altLang="en-US" sz="2800" b="1">
                <a:solidFill>
                  <a:schemeClr val="tx1"/>
                </a:solidFill>
              </a:rPr>
              <a:t>为什么需要跨函数上下文？</a:t>
            </a:r>
            <a:endParaRPr lang="zh-CN" altLang="en-US" sz="2800" b="1">
              <a:solidFill>
                <a:schemeClr val="tx1"/>
              </a:solidFill>
            </a:endParaRPr>
          </a:p>
          <a:p>
            <a:endParaRPr lang="zh-CN" altLang="en-US" sz="2800" b="1">
              <a:solidFill>
                <a:schemeClr val="tx1"/>
              </a:solidFill>
            </a:endParaRPr>
          </a:p>
          <a:p>
            <a:endParaRPr lang="zh-CN" altLang="en-US" sz="3200" b="1">
              <a:solidFill>
                <a:schemeClr val="tx1"/>
              </a:solidFill>
            </a:endParaRPr>
          </a:p>
        </p:txBody>
      </p:sp>
      <p:sp>
        <p:nvSpPr>
          <p:cNvPr id="6" name="文本占位符 5"/>
          <p:cNvSpPr>
            <a:spLocks noGrp="1"/>
          </p:cNvSpPr>
          <p:nvPr>
            <p:ph type="body" idx="16387"/>
            <p:custDataLst>
              <p:tags r:id="rId8"/>
            </p:custDataLst>
          </p:nvPr>
        </p:nvSpPr>
        <p:spPr>
          <a:xfrm>
            <a:off x="914400" y="2673350"/>
            <a:ext cx="10469033" cy="1962150"/>
          </a:xfrm>
        </p:spPr>
        <p:txBody>
          <a:bodyPr>
            <a:noAutofit/>
          </a:bodyPr>
          <a:p>
            <a:r>
              <a:rPr lang="zh-CN" altLang="en-US" sz="2000">
                <a:solidFill>
                  <a:schemeClr val="tx1"/>
                </a:solidFill>
              </a:rPr>
              <a:t>在现代软件系统中，变量取值和执行结果往往依赖于不同的调用路径</a:t>
            </a:r>
            <a:endParaRPr lang="zh-CN" altLang="en-US" sz="2000">
              <a:solidFill>
                <a:schemeClr val="tx1"/>
              </a:solidFill>
            </a:endParaRPr>
          </a:p>
          <a:p>
            <a:endParaRPr lang="zh-CN" altLang="en-US" sz="2000">
              <a:solidFill>
                <a:schemeClr val="tx1"/>
              </a:solidFill>
            </a:endParaRPr>
          </a:p>
          <a:p>
            <a:r>
              <a:rPr lang="zh-CN" altLang="en-US" sz="2000">
                <a:solidFill>
                  <a:schemeClr val="tx1"/>
                </a:solidFill>
              </a:rPr>
              <a:t>基于调用上下文生成的日志不仅能提供较为完整的上下文信息，还能通过调用链追踪参数传递，从而反映业务逻辑，对调试、运维等工作有重要意义</a:t>
            </a:r>
            <a:endParaRPr lang="zh-CN" altLang="en-US" sz="2000">
              <a:solidFill>
                <a:schemeClr val="tx1"/>
              </a:solidFill>
            </a:endParaRPr>
          </a:p>
        </p:txBody>
      </p:sp>
      <p:sp>
        <p:nvSpPr>
          <p:cNvPr id="14" name="标题 1"/>
          <p:cNvSpPr>
            <a:spLocks noGrp="1"/>
          </p:cNvSpPr>
          <p:nvPr>
            <p:custDataLst>
              <p:tags r:id="rId9"/>
            </p:custDataLst>
          </p:nvPr>
        </p:nvSpPr>
        <p:spPr>
          <a:xfrm>
            <a:off x="679238" y="491067"/>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静态程序分析驱动的上下文构建</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7" name="图片 16"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3" name="装饰  1"/>
          <p:cNvSpPr>
            <a:spLocks noGrp="1"/>
          </p:cNvSpPr>
          <p:nvPr>
            <p:ph type="body" idx="16390"/>
            <p:custDataLst>
              <p:tags r:id="rId7"/>
            </p:custDataLst>
          </p:nvPr>
        </p:nvSpPr>
        <p:spPr>
          <a:xfrm>
            <a:off x="1110386" y="1354667"/>
            <a:ext cx="9854812" cy="1508866"/>
          </a:xfrm>
          <a:solidFill>
            <a:schemeClr val="accent4">
              <a:lumMod val="20000"/>
              <a:lumOff val="80000"/>
              <a:alpha val="100000"/>
            </a:schemeClr>
          </a:solidFill>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8"/>
            </p:custDataLst>
          </p:nvPr>
        </p:nvSpPr>
        <p:spPr>
          <a:xfrm>
            <a:off x="1402733" y="1697567"/>
            <a:ext cx="3578819" cy="406400"/>
          </a:xfrm>
        </p:spPr>
        <p:txBody>
          <a:bodyPr>
            <a:noAutofit/>
          </a:bodyPr>
          <a:p>
            <a:r>
              <a:rPr lang="zh-CN" altLang="en-US" sz="2000" b="1">
                <a:solidFill>
                  <a:schemeClr val="tx1"/>
                </a:solidFill>
              </a:rPr>
              <a:t>调用图</a:t>
            </a:r>
            <a:r>
              <a:rPr lang="en-US" altLang="zh-CN" sz="2000" b="1">
                <a:solidFill>
                  <a:schemeClr val="tx1"/>
                </a:solidFill>
              </a:rPr>
              <a:t> </a:t>
            </a:r>
            <a:endParaRPr lang="en-US" altLang="zh-CN" sz="2000" b="1">
              <a:solidFill>
                <a:schemeClr val="tx1"/>
              </a:solidFill>
            </a:endParaRPr>
          </a:p>
          <a:p>
            <a:r>
              <a:rPr lang="en-US" altLang="zh-CN" sz="2000" b="1">
                <a:solidFill>
                  <a:schemeClr val="tx1"/>
                </a:solidFill>
              </a:rPr>
              <a:t>Call Graph</a:t>
            </a:r>
            <a:endParaRPr lang="zh-CN" altLang="en-US" sz="2000" b="1">
              <a:solidFill>
                <a:schemeClr val="tx1"/>
              </a:solidFill>
            </a:endParaRPr>
          </a:p>
        </p:txBody>
      </p:sp>
      <p:sp>
        <p:nvSpPr>
          <p:cNvPr id="6" name="文本占位符 5"/>
          <p:cNvSpPr>
            <a:spLocks noGrp="1"/>
          </p:cNvSpPr>
          <p:nvPr>
            <p:ph type="body" idx="16387"/>
            <p:custDataLst>
              <p:tags r:id="rId9"/>
            </p:custDataLst>
          </p:nvPr>
        </p:nvSpPr>
        <p:spPr>
          <a:xfrm>
            <a:off x="3812951" y="1440452"/>
            <a:ext cx="6936952" cy="1337402"/>
          </a:xfrm>
        </p:spPr>
        <p:txBody>
          <a:bodyPr>
            <a:normAutofit lnSpcReduction="10000"/>
          </a:bodyPr>
          <a:p>
            <a:r>
              <a:rPr lang="zh-CN" altLang="en-US" sz="1800">
                <a:solidFill>
                  <a:schemeClr val="tx1"/>
                </a:solidFill>
              </a:rPr>
              <a:t>描述函数间调用关系的有向图，是提取多跳上下文的基础</a:t>
            </a:r>
            <a:endParaRPr lang="zh-CN" altLang="en-US" sz="1800">
              <a:solidFill>
                <a:schemeClr val="tx1"/>
              </a:solidFill>
            </a:endParaRPr>
          </a:p>
          <a:p>
            <a:endParaRPr lang="zh-CN" altLang="en-US" sz="1800">
              <a:solidFill>
                <a:schemeClr val="tx1"/>
              </a:solidFill>
            </a:endParaRPr>
          </a:p>
          <a:p>
            <a:r>
              <a:rPr lang="zh-CN" altLang="en-US" sz="1800">
                <a:solidFill>
                  <a:schemeClr val="tx1"/>
                </a:solidFill>
              </a:rPr>
              <a:t>通过调用图可以清晰了解函数之间的调用关系，为日志生成提供有力的上下文信息。</a:t>
            </a:r>
            <a:endParaRPr lang="zh-CN" altLang="en-US" sz="1800">
              <a:solidFill>
                <a:schemeClr val="tx1"/>
              </a:solidFill>
            </a:endParaRPr>
          </a:p>
        </p:txBody>
      </p:sp>
      <p:pic>
        <p:nvPicPr>
          <p:cNvPr id="12" name="图片 11" descr="post_object_image_3342054868"/>
          <p:cNvPicPr>
            <a:picLocks noChangeAspect="1"/>
          </p:cNvPicPr>
          <p:nvPr/>
        </p:nvPicPr>
        <p:blipFill>
          <a:blip r:embed="rId10"/>
          <a:stretch>
            <a:fillRect/>
          </a:stretch>
        </p:blipFill>
        <p:spPr>
          <a:xfrm>
            <a:off x="1877960" y="3034983"/>
            <a:ext cx="8055081" cy="3820583"/>
          </a:xfrm>
          <a:prstGeom prst="rect">
            <a:avLst/>
          </a:prstGeom>
        </p:spPr>
      </p:pic>
      <p:sp>
        <p:nvSpPr>
          <p:cNvPr id="14" name="标题 1"/>
          <p:cNvSpPr>
            <a:spLocks noGrp="1"/>
          </p:cNvSpPr>
          <p:nvPr>
            <p:custDataLst>
              <p:tags r:id="rId11"/>
            </p:custDataLst>
          </p:nvPr>
        </p:nvSpPr>
        <p:spPr>
          <a:xfrm>
            <a:off x="679238" y="491067"/>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静态程序分析驱动的上下文构建</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Tree>
    <p:custDataLst>
      <p:tags r:id="rId1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1" name="图片 10"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3" name="装饰  1"/>
          <p:cNvSpPr>
            <a:spLocks noGrp="1"/>
          </p:cNvSpPr>
          <p:nvPr>
            <p:ph type="body" idx="16392"/>
            <p:custDataLst>
              <p:tags r:id="rId7"/>
            </p:custDataLst>
          </p:nvPr>
        </p:nvSpPr>
        <p:spPr>
          <a:xfrm>
            <a:off x="679238" y="1939420"/>
            <a:ext cx="1219200" cy="1219200"/>
          </a:xfrm>
          <a:solidFill>
            <a:schemeClr val="accent2">
              <a:alpha val="100000"/>
            </a:schemeClr>
          </a:solidFill>
        </p:spPr>
        <p:txBody>
          <a:bodyPr/>
          <a:p>
            <a:r>
              <a:rPr lang="zh-CN" altLang="en-US">
                <a:solidFill>
                  <a:schemeClr val="bg1"/>
                </a:solidFill>
              </a:rPr>
              <a:t> </a:t>
            </a:r>
            <a:endParaRPr lang="zh-CN" altLang="en-US">
              <a:solidFill>
                <a:schemeClr val="bg1"/>
              </a:solidFill>
            </a:endParaRPr>
          </a:p>
        </p:txBody>
      </p:sp>
      <p:sp>
        <p:nvSpPr>
          <p:cNvPr id="4" name="文本占位符 3"/>
          <p:cNvSpPr>
            <a:spLocks noGrp="1"/>
          </p:cNvSpPr>
          <p:nvPr>
            <p:ph type="body" idx="16388"/>
            <p:custDataLst>
              <p:tags r:id="rId8"/>
            </p:custDataLst>
          </p:nvPr>
        </p:nvSpPr>
        <p:spPr>
          <a:xfrm>
            <a:off x="926888" y="2244220"/>
            <a:ext cx="723900" cy="609600"/>
          </a:xfrm>
        </p:spPr>
        <p:txBody>
          <a:bodyPr/>
          <a:p>
            <a:r>
              <a:rPr lang="zh-CN" altLang="en-US">
                <a:solidFill>
                  <a:schemeClr val="bg1"/>
                </a:solidFill>
              </a:rPr>
              <a:t>01</a:t>
            </a:r>
            <a:endParaRPr lang="zh-CN" altLang="en-US">
              <a:solidFill>
                <a:schemeClr val="bg1"/>
              </a:solidFill>
            </a:endParaRPr>
          </a:p>
        </p:txBody>
      </p:sp>
      <p:sp>
        <p:nvSpPr>
          <p:cNvPr id="5" name="文本占位符 4"/>
          <p:cNvSpPr>
            <a:spLocks noGrp="1"/>
          </p:cNvSpPr>
          <p:nvPr>
            <p:ph type="body" idx="16386"/>
            <p:custDataLst>
              <p:tags r:id="rId9"/>
            </p:custDataLst>
          </p:nvPr>
        </p:nvSpPr>
        <p:spPr>
          <a:xfrm>
            <a:off x="2203238" y="1753153"/>
            <a:ext cx="9448800" cy="406400"/>
          </a:xfrm>
        </p:spPr>
        <p:txBody>
          <a:bodyPr>
            <a:normAutofit/>
          </a:bodyPr>
          <a:p>
            <a:r>
              <a:rPr lang="zh-CN" altLang="en-US" b="1">
                <a:solidFill>
                  <a:schemeClr val="tx1"/>
                </a:solidFill>
              </a:rPr>
              <a:t>上下文跳数的选择</a:t>
            </a:r>
            <a:endParaRPr lang="zh-CN" altLang="en-US" b="1">
              <a:solidFill>
                <a:schemeClr val="tx1"/>
              </a:solidFill>
            </a:endParaRPr>
          </a:p>
        </p:txBody>
      </p:sp>
      <p:sp>
        <p:nvSpPr>
          <p:cNvPr id="6" name="文本占位符 5"/>
          <p:cNvSpPr>
            <a:spLocks noGrp="1"/>
          </p:cNvSpPr>
          <p:nvPr>
            <p:ph type="body" idx="16387"/>
            <p:custDataLst>
              <p:tags r:id="rId10"/>
            </p:custDataLst>
          </p:nvPr>
        </p:nvSpPr>
        <p:spPr>
          <a:xfrm>
            <a:off x="2203238" y="2345820"/>
            <a:ext cx="9448800" cy="1009650"/>
          </a:xfrm>
        </p:spPr>
        <p:txBody>
          <a:bodyPr>
            <a:noAutofit/>
          </a:bodyPr>
          <a:p>
            <a:r>
              <a:rPr lang="zh-CN" altLang="en-US" sz="1800">
                <a:solidFill>
                  <a:schemeClr val="tx1"/>
                </a:solidFill>
              </a:rPr>
              <a:t>一跳能提供直接调用者的直接背景，两跳能包含调用者的调用者，呈现更完整的路径</a:t>
            </a:r>
            <a:endParaRPr lang="zh-CN" altLang="en-US" sz="1800">
              <a:solidFill>
                <a:schemeClr val="tx1"/>
              </a:solidFill>
            </a:endParaRPr>
          </a:p>
          <a:p>
            <a:endParaRPr lang="zh-CN" altLang="en-US" sz="1800">
              <a:solidFill>
                <a:schemeClr val="tx1"/>
              </a:solidFill>
            </a:endParaRPr>
          </a:p>
          <a:p>
            <a:r>
              <a:rPr lang="zh-CN" altLang="en-US" sz="1800">
                <a:solidFill>
                  <a:schemeClr val="tx1"/>
                </a:solidFill>
              </a:rPr>
              <a:t>不同的跳数会影响日志所包含的信息量</a:t>
            </a:r>
            <a:endParaRPr lang="zh-CN" altLang="en-US" sz="1800">
              <a:solidFill>
                <a:schemeClr val="tx1"/>
              </a:solidFill>
            </a:endParaRPr>
          </a:p>
        </p:txBody>
      </p:sp>
      <p:sp>
        <p:nvSpPr>
          <p:cNvPr id="7" name="装饰  5"/>
          <p:cNvSpPr>
            <a:spLocks noGrp="1"/>
          </p:cNvSpPr>
          <p:nvPr>
            <p:ph type="body" idx="16393"/>
            <p:custDataLst>
              <p:tags r:id="rId11"/>
            </p:custDataLst>
          </p:nvPr>
        </p:nvSpPr>
        <p:spPr>
          <a:xfrm>
            <a:off x="679238" y="4096303"/>
            <a:ext cx="1219200" cy="1219200"/>
          </a:xfrm>
          <a:solidFill>
            <a:schemeClr val="accent2">
              <a:alpha val="100000"/>
            </a:schemeClr>
          </a:solidFill>
        </p:spPr>
        <p:txBody>
          <a:bodyPr/>
          <a:p>
            <a:r>
              <a:rPr lang="zh-CN" altLang="en-US">
                <a:solidFill>
                  <a:schemeClr val="bg1"/>
                </a:solidFill>
              </a:rPr>
              <a:t> </a:t>
            </a:r>
            <a:endParaRPr lang="zh-CN" altLang="en-US">
              <a:solidFill>
                <a:schemeClr val="bg1"/>
              </a:solidFill>
            </a:endParaRPr>
          </a:p>
        </p:txBody>
      </p:sp>
      <p:sp>
        <p:nvSpPr>
          <p:cNvPr id="8" name="文本占位符 7"/>
          <p:cNvSpPr>
            <a:spLocks noGrp="1"/>
          </p:cNvSpPr>
          <p:nvPr>
            <p:ph type="body" idx="16391"/>
            <p:custDataLst>
              <p:tags r:id="rId12"/>
            </p:custDataLst>
          </p:nvPr>
        </p:nvSpPr>
        <p:spPr>
          <a:xfrm>
            <a:off x="926888" y="4401103"/>
            <a:ext cx="723900" cy="609600"/>
          </a:xfrm>
        </p:spPr>
        <p:txBody>
          <a:bodyPr/>
          <a:p>
            <a:r>
              <a:rPr lang="zh-CN" altLang="en-US">
                <a:solidFill>
                  <a:schemeClr val="bg1"/>
                </a:solidFill>
              </a:rPr>
              <a:t>02</a:t>
            </a:r>
            <a:endParaRPr lang="zh-CN" altLang="en-US">
              <a:solidFill>
                <a:schemeClr val="bg1"/>
              </a:solidFill>
            </a:endParaRPr>
          </a:p>
        </p:txBody>
      </p:sp>
      <p:sp>
        <p:nvSpPr>
          <p:cNvPr id="9" name="文本占位符 8"/>
          <p:cNvSpPr>
            <a:spLocks noGrp="1"/>
          </p:cNvSpPr>
          <p:nvPr>
            <p:ph type="body" idx="16389"/>
            <p:custDataLst>
              <p:tags r:id="rId13"/>
            </p:custDataLst>
          </p:nvPr>
        </p:nvSpPr>
        <p:spPr>
          <a:xfrm>
            <a:off x="2203238" y="3888870"/>
            <a:ext cx="9448800" cy="406400"/>
          </a:xfrm>
        </p:spPr>
        <p:txBody>
          <a:bodyPr>
            <a:normAutofit/>
          </a:bodyPr>
          <a:p>
            <a:r>
              <a:rPr lang="zh-CN" altLang="en-US" b="1">
                <a:solidFill>
                  <a:schemeClr val="tx1"/>
                </a:solidFill>
              </a:rPr>
              <a:t>平衡</a:t>
            </a:r>
            <a:endParaRPr lang="zh-CN" altLang="en-US">
              <a:solidFill>
                <a:schemeClr val="tx1"/>
              </a:solidFill>
            </a:endParaRPr>
          </a:p>
        </p:txBody>
      </p:sp>
      <p:sp>
        <p:nvSpPr>
          <p:cNvPr id="10" name="文本占位符 9"/>
          <p:cNvSpPr>
            <a:spLocks noGrp="1"/>
          </p:cNvSpPr>
          <p:nvPr>
            <p:ph type="body" idx="16390"/>
            <p:custDataLst>
              <p:tags r:id="rId14"/>
            </p:custDataLst>
          </p:nvPr>
        </p:nvSpPr>
        <p:spPr>
          <a:xfrm>
            <a:off x="2203238" y="4401079"/>
            <a:ext cx="9448800" cy="914400"/>
          </a:xfrm>
        </p:spPr>
        <p:txBody>
          <a:bodyPr>
            <a:noAutofit/>
          </a:bodyPr>
          <a:p>
            <a:r>
              <a:rPr lang="zh-CN" altLang="en-US" sz="1800">
                <a:solidFill>
                  <a:schemeClr val="tx1"/>
                </a:solidFill>
              </a:rPr>
              <a:t>增加跳数能够提升日志的语义丰富度，但也会增加信息的冗余度和LLM输入的负担</a:t>
            </a:r>
            <a:endParaRPr lang="zh-CN" altLang="en-US" sz="1800">
              <a:solidFill>
                <a:schemeClr val="tx1"/>
              </a:solidFill>
            </a:endParaRPr>
          </a:p>
          <a:p>
            <a:endParaRPr lang="zh-CN" altLang="en-US" sz="1800">
              <a:solidFill>
                <a:schemeClr val="tx1"/>
              </a:solidFill>
            </a:endParaRPr>
          </a:p>
          <a:p>
            <a:r>
              <a:rPr lang="zh-CN" altLang="en-US" sz="1800">
                <a:solidFill>
                  <a:schemeClr val="tx1"/>
                </a:solidFill>
              </a:rPr>
              <a:t>主流策略是限制为两跳，兼顾了信息量与成本，能较好地平衡信息完整性和资源消耗</a:t>
            </a:r>
            <a:endParaRPr lang="zh-CN" altLang="en-US" sz="1800">
              <a:solidFill>
                <a:schemeClr val="tx1"/>
              </a:solidFill>
            </a:endParaRPr>
          </a:p>
        </p:txBody>
      </p:sp>
      <p:sp>
        <p:nvSpPr>
          <p:cNvPr id="12" name="标题 1"/>
          <p:cNvSpPr>
            <a:spLocks noGrp="1"/>
          </p:cNvSpPr>
          <p:nvPr>
            <p:custDataLst>
              <p:tags r:id="rId15"/>
            </p:custDataLst>
          </p:nvPr>
        </p:nvSpPr>
        <p:spPr>
          <a:xfrm>
            <a:off x="679238" y="491067"/>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多跳调用上下文建模策略</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Tree>
    <p:custDataLst>
      <p:tags r:id="rId1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3" name="图片 12"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5" name="文本占位符 4"/>
          <p:cNvSpPr>
            <a:spLocks noGrp="1"/>
          </p:cNvSpPr>
          <p:nvPr>
            <p:ph type="body" idx="16386"/>
            <p:custDataLst>
              <p:tags r:id="rId7"/>
            </p:custDataLst>
          </p:nvPr>
        </p:nvSpPr>
        <p:spPr>
          <a:xfrm>
            <a:off x="894080" y="1767417"/>
            <a:ext cx="9448800" cy="406400"/>
          </a:xfrm>
        </p:spPr>
        <p:txBody>
          <a:bodyPr>
            <a:normAutofit/>
          </a:bodyPr>
          <a:p>
            <a:r>
              <a:rPr lang="zh-CN" altLang="en-US" b="1">
                <a:solidFill>
                  <a:schemeClr val="tx1"/>
                </a:solidFill>
              </a:rPr>
              <a:t>C++构建调用图的挑战</a:t>
            </a:r>
            <a:endParaRPr lang="zh-CN" altLang="en-US">
              <a:solidFill>
                <a:schemeClr val="tx1"/>
              </a:solidFill>
            </a:endParaRPr>
          </a:p>
        </p:txBody>
      </p:sp>
      <p:sp>
        <p:nvSpPr>
          <p:cNvPr id="6" name="文本占位符 5"/>
          <p:cNvSpPr>
            <a:spLocks noGrp="1"/>
          </p:cNvSpPr>
          <p:nvPr>
            <p:ph type="body" idx="16387"/>
            <p:custDataLst>
              <p:tags r:id="rId8"/>
            </p:custDataLst>
          </p:nvPr>
        </p:nvSpPr>
        <p:spPr>
          <a:xfrm>
            <a:off x="894080" y="2381250"/>
            <a:ext cx="9448800" cy="1181100"/>
          </a:xfrm>
        </p:spPr>
        <p:txBody>
          <a:bodyPr>
            <a:noAutofit/>
          </a:bodyPr>
          <a:p>
            <a:r>
              <a:rPr lang="zh-CN" altLang="en-US" sz="2000">
                <a:solidFill>
                  <a:schemeClr val="tx1"/>
                </a:solidFill>
              </a:rPr>
              <a:t>在C++中构建调用图存在诸多挑战，</a:t>
            </a:r>
            <a:r>
              <a:rPr lang="zh-CN" altLang="en-US" sz="2000" b="1">
                <a:solidFill>
                  <a:schemeClr val="accent1"/>
                </a:solidFill>
              </a:rPr>
              <a:t>虚函数</a:t>
            </a:r>
            <a:r>
              <a:rPr lang="zh-CN" altLang="en-US" sz="2000">
                <a:solidFill>
                  <a:schemeClr val="tx1"/>
                </a:solidFill>
              </a:rPr>
              <a:t>与</a:t>
            </a:r>
            <a:r>
              <a:rPr lang="zh-CN" altLang="en-US" sz="2000" b="1">
                <a:solidFill>
                  <a:schemeClr val="accent1"/>
                </a:solidFill>
              </a:rPr>
              <a:t>动态绑定</a:t>
            </a:r>
            <a:r>
              <a:rPr lang="zh-CN" altLang="en-US" sz="2000">
                <a:solidFill>
                  <a:schemeClr val="tx1"/>
                </a:solidFill>
              </a:rPr>
              <a:t>需要类层次分析CHA补全</a:t>
            </a:r>
            <a:endParaRPr lang="zh-CN" altLang="en-US" sz="2000">
              <a:solidFill>
                <a:schemeClr val="tx1"/>
              </a:solidFill>
            </a:endParaRPr>
          </a:p>
          <a:p>
            <a:endParaRPr lang="zh-CN" altLang="en-US" sz="2000">
              <a:solidFill>
                <a:schemeClr val="tx1"/>
              </a:solidFill>
            </a:endParaRPr>
          </a:p>
          <a:p>
            <a:r>
              <a:rPr lang="zh-CN" altLang="en-US" sz="2000" b="1">
                <a:solidFill>
                  <a:schemeClr val="accent1"/>
                </a:solidFill>
              </a:rPr>
              <a:t>模板实例化</a:t>
            </a:r>
            <a:r>
              <a:rPr lang="zh-CN" altLang="en-US" sz="2000">
                <a:solidFill>
                  <a:schemeClr val="tx1"/>
                </a:solidFill>
              </a:rPr>
              <a:t>与</a:t>
            </a:r>
            <a:r>
              <a:rPr lang="zh-CN" altLang="en-US" sz="2000" b="1">
                <a:solidFill>
                  <a:schemeClr val="accent1"/>
                </a:solidFill>
              </a:rPr>
              <a:t>隐式调用</a:t>
            </a:r>
            <a:r>
              <a:rPr lang="zh-CN" altLang="en-US" sz="2000">
                <a:solidFill>
                  <a:schemeClr val="tx1"/>
                </a:solidFill>
              </a:rPr>
              <a:t>则需结合模式匹配与数据流分析来解决相关问题</a:t>
            </a:r>
            <a:endParaRPr lang="zh-CN" altLang="en-US" sz="2000">
              <a:solidFill>
                <a:schemeClr val="tx1"/>
              </a:solidFill>
            </a:endParaRPr>
          </a:p>
        </p:txBody>
      </p:sp>
      <p:pic>
        <p:nvPicPr>
          <p:cNvPr id="12" name="图片占位符 11"/>
          <p:cNvPicPr/>
          <p:nvPr>
            <p:ph type="pic" idx="16392"/>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345440" y="4356947"/>
            <a:ext cx="650240" cy="650240"/>
          </a:xfrm>
          <a:prstGeom prst="rect">
            <a:avLst/>
          </a:prstGeom>
        </p:spPr>
      </p:pic>
      <p:sp>
        <p:nvSpPr>
          <p:cNvPr id="9" name="文本占位符 8"/>
          <p:cNvSpPr>
            <a:spLocks noGrp="1"/>
          </p:cNvSpPr>
          <p:nvPr>
            <p:ph type="body" idx="16388"/>
            <p:custDataLst>
              <p:tags r:id="rId12"/>
            </p:custDataLst>
          </p:nvPr>
        </p:nvSpPr>
        <p:spPr>
          <a:xfrm>
            <a:off x="894080" y="4155017"/>
            <a:ext cx="9448800" cy="406400"/>
          </a:xfrm>
        </p:spPr>
        <p:txBody>
          <a:bodyPr>
            <a:normAutofit/>
          </a:bodyPr>
          <a:p>
            <a:r>
              <a:rPr lang="zh-CN" altLang="en-US" b="1">
                <a:solidFill>
                  <a:schemeClr val="tx1"/>
                </a:solidFill>
              </a:rPr>
              <a:t>流程</a:t>
            </a:r>
            <a:endParaRPr lang="zh-CN" altLang="en-US" b="1">
              <a:solidFill>
                <a:schemeClr val="tx1"/>
              </a:solidFill>
            </a:endParaRPr>
          </a:p>
        </p:txBody>
      </p:sp>
      <p:sp>
        <p:nvSpPr>
          <p:cNvPr id="10" name="文本占位符 9"/>
          <p:cNvSpPr>
            <a:spLocks noGrp="1"/>
          </p:cNvSpPr>
          <p:nvPr>
            <p:ph type="body" idx="16389"/>
            <p:custDataLst>
              <p:tags r:id="rId13"/>
            </p:custDataLst>
          </p:nvPr>
        </p:nvSpPr>
        <p:spPr>
          <a:xfrm>
            <a:off x="894080" y="4758267"/>
            <a:ext cx="9988550" cy="1498600"/>
          </a:xfrm>
        </p:spPr>
        <p:txBody>
          <a:bodyPr>
            <a:noAutofit/>
          </a:bodyPr>
          <a:p>
            <a:r>
              <a:rPr lang="zh-CN" altLang="en-US" sz="2000">
                <a:solidFill>
                  <a:schemeClr val="tx1"/>
                </a:solidFill>
              </a:rPr>
              <a:t>该基线方法流程分为括</a:t>
            </a:r>
            <a:r>
              <a:rPr lang="zh-CN" altLang="en-US" sz="2000" b="1">
                <a:solidFill>
                  <a:schemeClr val="accent1"/>
                </a:solidFill>
              </a:rPr>
              <a:t>解析</a:t>
            </a:r>
            <a:r>
              <a:rPr lang="zh-CN" altLang="en-US" sz="2000">
                <a:solidFill>
                  <a:schemeClr val="tx1"/>
                </a:solidFill>
              </a:rPr>
              <a:t>、</a:t>
            </a:r>
            <a:r>
              <a:rPr lang="zh-CN" altLang="en-US" sz="2000" b="1">
                <a:solidFill>
                  <a:schemeClr val="accent1"/>
                </a:solidFill>
              </a:rPr>
              <a:t>遍历</a:t>
            </a:r>
            <a:r>
              <a:rPr lang="zh-CN" altLang="en-US" sz="2000">
                <a:solidFill>
                  <a:schemeClr val="tx1"/>
                </a:solidFill>
              </a:rPr>
              <a:t>、</a:t>
            </a:r>
            <a:r>
              <a:rPr lang="zh-CN" altLang="en-US" sz="2000" b="1">
                <a:solidFill>
                  <a:schemeClr val="accent1"/>
                </a:solidFill>
              </a:rPr>
              <a:t>采样</a:t>
            </a:r>
            <a:r>
              <a:rPr lang="zh-CN" altLang="en-US" sz="2000">
                <a:solidFill>
                  <a:schemeClr val="tx1"/>
                </a:solidFill>
              </a:rPr>
              <a:t>三步。先使用Clang生成AST与调用关系，基于调用图逆序遍历提取1-2跳上下文，最后</a:t>
            </a:r>
            <a:r>
              <a:rPr lang="zh-CN" altLang="en-US" sz="2000" b="1">
                <a:solidFill>
                  <a:schemeClr val="tx1"/>
                </a:solidFill>
              </a:rPr>
              <a:t>随机采样</a:t>
            </a:r>
            <a:r>
              <a:rPr lang="zh-CN" altLang="en-US" sz="2000">
                <a:solidFill>
                  <a:schemeClr val="tx1"/>
                </a:solidFill>
              </a:rPr>
              <a:t>有效组合作为LLM输入以避免过度冗余</a:t>
            </a:r>
            <a:endParaRPr lang="zh-CN" altLang="en-US" sz="2000">
              <a:solidFill>
                <a:schemeClr val="tx1"/>
              </a:solidFill>
            </a:endParaRPr>
          </a:p>
        </p:txBody>
      </p:sp>
      <p:sp>
        <p:nvSpPr>
          <p:cNvPr id="15" name="标题 1"/>
          <p:cNvSpPr>
            <a:spLocks noGrp="1"/>
          </p:cNvSpPr>
          <p:nvPr>
            <p:custDataLst>
              <p:tags r:id="rId14"/>
            </p:custDataLst>
          </p:nvPr>
        </p:nvSpPr>
        <p:spPr>
          <a:xfrm>
            <a:off x="679238" y="491067"/>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特定挑战与基线方法设计</a:t>
            </a:r>
            <a:r>
              <a:rPr lang="en-US" altLang="zh-CN" b="1">
                <a:solidFill>
                  <a:schemeClr val="tx1"/>
                </a:solidFill>
                <a:latin typeface="等线" panose="02010600030101010101" charset="-122"/>
                <a:ea typeface="等线" panose="02010600030101010101" charset="-122"/>
                <a:cs typeface="等线" panose="02010600030101010101" charset="-122"/>
              </a:rPr>
              <a:t> (</a:t>
            </a:r>
            <a:r>
              <a:rPr lang="zh-CN" altLang="en-US" b="1">
                <a:solidFill>
                  <a:schemeClr val="tx1"/>
                </a:solidFill>
                <a:latin typeface="等线" panose="02010600030101010101" charset="-122"/>
                <a:ea typeface="等线" panose="02010600030101010101" charset="-122"/>
                <a:cs typeface="等线" panose="02010600030101010101" charset="-122"/>
              </a:rPr>
              <a:t>以</a:t>
            </a:r>
            <a:r>
              <a:rPr lang="en-US" altLang="zh-CN" b="1">
                <a:solidFill>
                  <a:schemeClr val="tx1"/>
                </a:solidFill>
                <a:latin typeface="等线" panose="02010600030101010101" charset="-122"/>
                <a:ea typeface="等线" panose="02010600030101010101" charset="-122"/>
                <a:cs typeface="等线" panose="02010600030101010101" charset="-122"/>
              </a:rPr>
              <a:t>C++</a:t>
            </a:r>
            <a:r>
              <a:rPr lang="zh-CN" altLang="en-US" b="1">
                <a:solidFill>
                  <a:schemeClr val="tx1"/>
                </a:solidFill>
                <a:latin typeface="等线" panose="02010600030101010101" charset="-122"/>
                <a:ea typeface="等线" panose="02010600030101010101" charset="-122"/>
                <a:cs typeface="等线" panose="02010600030101010101" charset="-122"/>
              </a:rPr>
              <a:t>为例</a:t>
            </a:r>
            <a:r>
              <a:rPr lang="en-US" altLang="zh-CN" b="1">
                <a:solidFill>
                  <a:schemeClr val="tx1"/>
                </a:solidFill>
                <a:latin typeface="等线" panose="02010600030101010101" charset="-122"/>
                <a:ea typeface="等线" panose="02010600030101010101" charset="-122"/>
                <a:cs typeface="等线" panose="02010600030101010101" charset="-122"/>
              </a:rPr>
              <a:t>)</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Tree>
    <p:custDataLst>
      <p:tags r:id="rId1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custDataLst>
              <p:tags r:id="rId1"/>
            </p:custDataLst>
          </p:nvPr>
        </p:nvSpPr>
        <p:spPr>
          <a:xfrm>
            <a:off x="9852000" y="2598308"/>
            <a:ext cx="1800000" cy="225501"/>
          </a:xfrm>
          <a:prstGeom prst="rect">
            <a:avLst/>
          </a:prstGeom>
          <a:solidFill>
            <a:srgbClr val="FA8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sp>
        <p:nvSpPr>
          <p:cNvPr id="4" name="矩形 3"/>
          <p:cNvSpPr>
            <a:spLocks noGrp="1" noRot="1" noMove="1" noResize="1" noEditPoints="1" noAdjustHandles="1" noChangeArrowheads="1" noChangeShapeType="1"/>
          </p:cNvSpPr>
          <p:nvPr>
            <p:custDataLst>
              <p:tags r:id="rId2"/>
            </p:custDataLst>
          </p:nvPr>
        </p:nvSpPr>
        <p:spPr>
          <a:xfrm>
            <a:off x="1080000" y="0"/>
            <a:ext cx="4304800" cy="6858000"/>
          </a:xfrm>
          <a:prstGeom prst="rect">
            <a:avLst/>
          </a:prstGeom>
          <a:gradFill>
            <a:gsLst>
              <a:gs pos="0">
                <a:srgbClr val="FA8C2B"/>
              </a:gs>
              <a:gs pos="100000">
                <a:srgbClr val="FBA95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a:spLocks noGrp="1" noRot="1" noMove="1" noResize="1" noEditPoints="1" noAdjustHandles="1" noChangeArrowheads="1" noChangeShapeType="1"/>
          </p:cNvSpPr>
          <p:nvPr>
            <p:custDataLst>
              <p:tags r:id="rId3"/>
            </p:custDataLst>
          </p:nvPr>
        </p:nvSpPr>
        <p:spPr>
          <a:xfrm>
            <a:off x="940617" y="1520574"/>
            <a:ext cx="1685077" cy="1569660"/>
          </a:xfrm>
          <a:prstGeom prst="rect">
            <a:avLst/>
          </a:prstGeom>
          <a:noFill/>
        </p:spPr>
        <p:txBody>
          <a:bodyPr wrap="none" rtlCol="0">
            <a:spAutoFit/>
          </a:bodyPr>
          <a:lstStyle/>
          <a:p>
            <a:r>
              <a:rPr lang="en-US" altLang="zh-CN" sz="9600" dirty="0">
                <a:solidFill>
                  <a:schemeClr val="bg1"/>
                </a:solidFill>
                <a:latin typeface="思源黑体 CN Heavy" panose="020B0A00000000000000" pitchFamily="34" charset="-122"/>
                <a:ea typeface="思源黑体 CN Heavy" panose="020B0A00000000000000" pitchFamily="34" charset="-122"/>
              </a:rPr>
              <a:t>04</a:t>
            </a:r>
            <a:endParaRPr lang="en-US" altLang="zh-CN" sz="9600" dirty="0">
              <a:solidFill>
                <a:schemeClr val="bg1"/>
              </a:solidFill>
              <a:latin typeface="思源黑体 CN Heavy" panose="020B0A00000000000000" pitchFamily="34" charset="-122"/>
              <a:ea typeface="思源黑体 CN Heavy" panose="020B0A00000000000000" pitchFamily="34" charset="-122"/>
            </a:endParaRPr>
          </a:p>
        </p:txBody>
      </p:sp>
      <p:pic>
        <p:nvPicPr>
          <p:cNvPr id="3" name="图片 2" descr="街道上有许多树&#10;&#10;描述已自动生成"/>
          <p:cNvPicPr>
            <a:picLocks noChangeAspect="1"/>
          </p:cNvPicPr>
          <p:nvPr>
            <p:custDataLst>
              <p:tags r:id="rId4"/>
            </p:custDataLst>
          </p:nvPr>
        </p:nvPicPr>
        <p:blipFill rotWithShape="1">
          <a:blip r:embed="rId5" cstate="print"/>
          <a:srcRect/>
          <a:stretch>
            <a:fillRect/>
          </a:stretch>
        </p:blipFill>
        <p:spPr>
          <a:xfrm>
            <a:off x="1086598" y="2712534"/>
            <a:ext cx="6291673" cy="3539066"/>
          </a:xfrm>
          <a:prstGeom prst="rect">
            <a:avLst/>
          </a:prstGeom>
        </p:spPr>
      </p:pic>
      <p:sp>
        <p:nvSpPr>
          <p:cNvPr id="18" name="文本框 17"/>
          <p:cNvSpPr txBox="1"/>
          <p:nvPr>
            <p:custDataLst>
              <p:tags r:id="rId6"/>
            </p:custDataLst>
          </p:nvPr>
        </p:nvSpPr>
        <p:spPr>
          <a:xfrm>
            <a:off x="8798181" y="1959406"/>
            <a:ext cx="2954655" cy="923330"/>
          </a:xfrm>
          <a:prstGeom prst="rect">
            <a:avLst/>
          </a:prstGeom>
          <a:noFill/>
        </p:spPr>
        <p:txBody>
          <a:bodyPr wrap="none" rtlCol="0">
            <a:normAutofit/>
          </a:bodyPr>
          <a:lstStyle/>
          <a:p>
            <a:pPr algn="r"/>
            <a:r>
              <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rPr>
              <a:t>评估与总结</a:t>
            </a:r>
            <a:endParaRPr lang="zh-CN" altLang="en-US" sz="5400" dirty="0">
              <a:solidFill>
                <a:schemeClr val="tx1">
                  <a:lumMod val="75000"/>
                  <a:lumOff val="25000"/>
                </a:schemeClr>
              </a:solidFill>
              <a:latin typeface="思源黑体 CN Heavy" panose="020B0A00000000000000" pitchFamily="34" charset="-122"/>
              <a:ea typeface="思源黑体 CN Heavy" panose="020B0A00000000000000" pitchFamily="34" charset="-122"/>
            </a:endParaRPr>
          </a:p>
        </p:txBody>
      </p:sp>
      <p:pic>
        <p:nvPicPr>
          <p:cNvPr id="19" name="图形 18"/>
          <p:cNvPicPr>
            <a:picLocks noGrp="1" noRot="1" noChangeAspect="1" noMove="1" noResize="1" noEditPoints="1" noAdjustHandles="1" noChangeArrowheads="1" noChangeShapeType="1" noCrop="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10032000" y="355599"/>
            <a:ext cx="1620000" cy="466221"/>
          </a:xfrm>
          <a:prstGeom prst="rect">
            <a:avLst/>
          </a:prstGeom>
        </p:spPr>
      </p:pic>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7" name="图片 16"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2" name="标题 1"/>
          <p:cNvSpPr>
            <a:spLocks noGrp="1"/>
          </p:cNvSpPr>
          <p:nvPr>
            <p:ph type="ctrTitle" idx="16385"/>
            <p:custDataLst>
              <p:tags r:id="rId7"/>
            </p:custDataLst>
          </p:nvPr>
        </p:nvSpPr>
        <p:spPr/>
        <p:txBody>
          <a:bodyPr>
            <a:normAutofit/>
          </a:bodyPr>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方法优势与现有不足</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
        <p:nvSpPr>
          <p:cNvPr id="3" name="装饰  1"/>
          <p:cNvSpPr>
            <a:spLocks noGrp="1"/>
          </p:cNvSpPr>
          <p:nvPr>
            <p:ph type="body" idx="16390"/>
            <p:custDataLst>
              <p:tags r:id="rId8"/>
            </p:custDataLst>
          </p:nvPr>
        </p:nvSpPr>
        <p:spPr>
          <a:xfrm>
            <a:off x="1092588" y="1524000"/>
            <a:ext cx="10489812" cy="1841475"/>
          </a:xfrm>
          <a:solidFill>
            <a:schemeClr val="accent4">
              <a:lumMod val="20000"/>
              <a:lumOff val="80000"/>
              <a:alpha val="100000"/>
            </a:schemeClr>
          </a:solidFill>
        </p:spPr>
        <p:txBody>
          <a:bodyPr/>
          <a:p>
            <a:r>
              <a:rPr lang="zh-CN" altLang="en-US">
                <a:solidFill>
                  <a:schemeClr val="tx1"/>
                </a:solidFill>
              </a:rPr>
              <a:t> </a:t>
            </a:r>
            <a:endParaRPr lang="zh-CN" altLang="en-US">
              <a:solidFill>
                <a:schemeClr val="tx1"/>
              </a:solidFill>
            </a:endParaRPr>
          </a:p>
        </p:txBody>
      </p:sp>
      <p:sp>
        <p:nvSpPr>
          <p:cNvPr id="5" name="文本占位符 4"/>
          <p:cNvSpPr>
            <a:spLocks noGrp="1"/>
          </p:cNvSpPr>
          <p:nvPr>
            <p:ph type="body" idx="16386"/>
            <p:custDataLst>
              <p:tags r:id="rId9"/>
            </p:custDataLst>
          </p:nvPr>
        </p:nvSpPr>
        <p:spPr>
          <a:xfrm>
            <a:off x="1543685" y="2131483"/>
            <a:ext cx="3578819" cy="406400"/>
          </a:xfrm>
        </p:spPr>
        <p:txBody>
          <a:bodyPr>
            <a:noAutofit/>
          </a:bodyPr>
          <a:p>
            <a:r>
              <a:rPr lang="zh-CN" altLang="en-US" sz="2800" b="1">
                <a:solidFill>
                  <a:schemeClr val="tx1"/>
                </a:solidFill>
              </a:rPr>
              <a:t>优势</a:t>
            </a:r>
            <a:endParaRPr lang="zh-CN" altLang="en-US" sz="2800" b="1">
              <a:solidFill>
                <a:schemeClr val="tx1"/>
              </a:solidFill>
            </a:endParaRPr>
          </a:p>
        </p:txBody>
      </p:sp>
      <p:sp>
        <p:nvSpPr>
          <p:cNvPr id="6" name="文本占位符 5"/>
          <p:cNvSpPr>
            <a:spLocks noGrp="1"/>
          </p:cNvSpPr>
          <p:nvPr>
            <p:ph type="body" idx="16387"/>
            <p:custDataLst>
              <p:tags r:id="rId10"/>
            </p:custDataLst>
          </p:nvPr>
        </p:nvSpPr>
        <p:spPr>
          <a:xfrm>
            <a:off x="3022570" y="1866900"/>
            <a:ext cx="7116051" cy="1337402"/>
          </a:xfrm>
        </p:spPr>
        <p:txBody>
          <a:bodyPr>
            <a:normAutofit lnSpcReduction="10000"/>
          </a:bodyPr>
          <a:p>
            <a:r>
              <a:rPr lang="zh-CN" altLang="en-US" sz="1800" b="1">
                <a:solidFill>
                  <a:schemeClr val="accent1"/>
                </a:solidFill>
              </a:rPr>
              <a:t>语义强</a:t>
            </a:r>
            <a:r>
              <a:rPr lang="zh-CN" altLang="en-US" sz="1800">
                <a:solidFill>
                  <a:schemeClr val="tx1"/>
                </a:solidFill>
              </a:rPr>
              <a:t>：生成的日志更自然、贴合业务逻辑</a:t>
            </a:r>
            <a:endParaRPr lang="zh-CN" altLang="en-US" sz="1800">
              <a:solidFill>
                <a:schemeClr val="tx1"/>
              </a:solidFill>
            </a:endParaRPr>
          </a:p>
          <a:p>
            <a:r>
              <a:rPr lang="zh-CN" altLang="en-US" sz="1800" b="1">
                <a:solidFill>
                  <a:schemeClr val="accent1"/>
                </a:solidFill>
              </a:rPr>
              <a:t>自动化</a:t>
            </a:r>
            <a:r>
              <a:rPr lang="zh-CN" altLang="en-US" sz="1800">
                <a:solidFill>
                  <a:schemeClr val="tx1"/>
                </a:solidFill>
              </a:rPr>
              <a:t>：无需预设大量规则</a:t>
            </a:r>
            <a:endParaRPr lang="zh-CN" altLang="en-US" sz="1800">
              <a:solidFill>
                <a:schemeClr val="tx1"/>
              </a:solidFill>
            </a:endParaRPr>
          </a:p>
          <a:p>
            <a:r>
              <a:rPr lang="zh-CN" altLang="en-US" sz="1800" b="1">
                <a:solidFill>
                  <a:schemeClr val="accent1"/>
                </a:solidFill>
              </a:rPr>
              <a:t>适应性强</a:t>
            </a:r>
            <a:r>
              <a:rPr lang="zh-CN" altLang="en-US" sz="1800">
                <a:solidFill>
                  <a:srgbClr val="000000"/>
                </a:solidFill>
              </a:rPr>
              <a:t>：</a:t>
            </a:r>
            <a:r>
              <a:rPr lang="zh-CN" altLang="en-US" sz="1800">
                <a:solidFill>
                  <a:schemeClr val="tx1"/>
                </a:solidFill>
              </a:rPr>
              <a:t>能很好地适应多样化业务场景，摆脱了传统方法的诸多限制</a:t>
            </a:r>
            <a:endParaRPr lang="zh-CN" altLang="en-US" sz="1800">
              <a:solidFill>
                <a:schemeClr val="tx1"/>
              </a:solidFill>
            </a:endParaRPr>
          </a:p>
        </p:txBody>
      </p:sp>
      <p:sp>
        <p:nvSpPr>
          <p:cNvPr id="7" name="装饰  5"/>
          <p:cNvSpPr>
            <a:spLocks noGrp="1"/>
          </p:cNvSpPr>
          <p:nvPr>
            <p:ph type="body" idx="16392"/>
            <p:custDataLst>
              <p:tags r:id="rId11"/>
            </p:custDataLst>
          </p:nvPr>
        </p:nvSpPr>
        <p:spPr>
          <a:xfrm>
            <a:off x="1092588" y="4038600"/>
            <a:ext cx="10489812" cy="2209800"/>
          </a:xfrm>
          <a:solidFill>
            <a:schemeClr val="accent4">
              <a:lumMod val="40000"/>
              <a:lumOff val="60000"/>
              <a:alpha val="100000"/>
            </a:schemeClr>
          </a:solidFill>
        </p:spPr>
        <p:txBody>
          <a:bodyPr/>
          <a:p>
            <a:r>
              <a:rPr lang="zh-CN" altLang="en-US">
                <a:solidFill>
                  <a:schemeClr val="bg1"/>
                </a:solidFill>
              </a:rPr>
              <a:t> </a:t>
            </a:r>
            <a:endParaRPr lang="zh-CN" altLang="en-US">
              <a:solidFill>
                <a:schemeClr val="bg1"/>
              </a:solidFill>
            </a:endParaRPr>
          </a:p>
        </p:txBody>
      </p:sp>
      <p:sp>
        <p:nvSpPr>
          <p:cNvPr id="9" name="文本占位符 8"/>
          <p:cNvSpPr>
            <a:spLocks noGrp="1"/>
          </p:cNvSpPr>
          <p:nvPr>
            <p:ph type="body" idx="16388"/>
            <p:custDataLst>
              <p:tags r:id="rId12"/>
            </p:custDataLst>
          </p:nvPr>
        </p:nvSpPr>
        <p:spPr>
          <a:xfrm>
            <a:off x="1543685" y="4804808"/>
            <a:ext cx="6807200" cy="406400"/>
          </a:xfrm>
        </p:spPr>
        <p:txBody>
          <a:bodyPr>
            <a:noAutofit/>
          </a:bodyPr>
          <a:p>
            <a:r>
              <a:rPr lang="zh-CN" altLang="en-US" sz="2800" b="1">
                <a:solidFill>
                  <a:schemeClr val="tx1"/>
                </a:solidFill>
              </a:rPr>
              <a:t>不足</a:t>
            </a:r>
            <a:endParaRPr lang="zh-CN" altLang="en-US" sz="2800" b="1">
              <a:solidFill>
                <a:schemeClr val="tx1"/>
              </a:solidFill>
            </a:endParaRPr>
          </a:p>
        </p:txBody>
      </p:sp>
      <p:sp>
        <p:nvSpPr>
          <p:cNvPr id="10" name="文本占位符 9"/>
          <p:cNvSpPr>
            <a:spLocks noGrp="1"/>
          </p:cNvSpPr>
          <p:nvPr>
            <p:ph type="body" idx="16389"/>
            <p:custDataLst>
              <p:tags r:id="rId13"/>
            </p:custDataLst>
          </p:nvPr>
        </p:nvSpPr>
        <p:spPr>
          <a:xfrm>
            <a:off x="3022600" y="4579762"/>
            <a:ext cx="8460952" cy="1021641"/>
          </a:xfrm>
        </p:spPr>
        <p:txBody>
          <a:bodyPr>
            <a:noAutofit/>
          </a:bodyPr>
          <a:p>
            <a:r>
              <a:rPr lang="zh-CN" altLang="en-US" sz="1800" b="1">
                <a:solidFill>
                  <a:schemeClr val="accent1"/>
                </a:solidFill>
              </a:rPr>
              <a:t>质量不稳定</a:t>
            </a:r>
            <a:r>
              <a:rPr lang="zh-CN" altLang="en-US" sz="1800">
                <a:solidFill>
                  <a:srgbClr val="000000"/>
                </a:solidFill>
              </a:rPr>
              <a:t>：上下文提取的准确与否直接决定了日志质量，若提取不准会导致幻觉， </a:t>
            </a:r>
            <a:endParaRPr lang="zh-CN" altLang="en-US" sz="1800">
              <a:solidFill>
                <a:srgbClr val="000000"/>
              </a:solidFill>
            </a:endParaRPr>
          </a:p>
          <a:p>
            <a:r>
              <a:rPr lang="zh-CN" altLang="en-US" sz="1800">
                <a:solidFill>
                  <a:srgbClr val="000000"/>
                </a:solidFill>
              </a:rPr>
              <a:t>            生成错误日志</a:t>
            </a:r>
            <a:endParaRPr lang="zh-CN" altLang="en-US" sz="1800">
              <a:solidFill>
                <a:srgbClr val="000000"/>
              </a:solidFill>
            </a:endParaRPr>
          </a:p>
          <a:p>
            <a:r>
              <a:rPr lang="zh-CN" altLang="en-US" sz="1800" b="1">
                <a:solidFill>
                  <a:schemeClr val="accent1"/>
                </a:solidFill>
              </a:rPr>
              <a:t>成本与隐私问题</a:t>
            </a:r>
            <a:r>
              <a:rPr lang="zh-CN" altLang="en-US" sz="1800">
                <a:solidFill>
                  <a:srgbClr val="000000"/>
                </a:solidFill>
              </a:rPr>
              <a:t>：闭源大模型成本高且有隐私风险，开源小模型理解力又有限</a:t>
            </a:r>
            <a:endParaRPr lang="zh-CN" altLang="en-US" sz="1800">
              <a:solidFill>
                <a:srgbClr val="000000"/>
              </a:solidFill>
            </a:endParaRPr>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5" name="图片 14"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3" name="文本占位符 2"/>
          <p:cNvSpPr>
            <a:spLocks noGrp="1"/>
          </p:cNvSpPr>
          <p:nvPr>
            <p:ph type="body" idx="16388"/>
            <p:custDataLst>
              <p:tags r:id="rId7"/>
            </p:custDataLst>
          </p:nvPr>
        </p:nvSpPr>
        <p:spPr/>
        <p:txBody>
          <a:bodyPr/>
          <a:p>
            <a:r>
              <a:rPr lang="zh-CN" altLang="en-US">
                <a:solidFill>
                  <a:schemeClr val="accent2"/>
                </a:solidFill>
              </a:rPr>
              <a:t>01</a:t>
            </a:r>
            <a:endParaRPr lang="zh-CN" altLang="en-US">
              <a:solidFill>
                <a:schemeClr val="accent2"/>
              </a:solidFill>
            </a:endParaRPr>
          </a:p>
        </p:txBody>
      </p:sp>
      <p:sp>
        <p:nvSpPr>
          <p:cNvPr id="4" name="文本占位符 3"/>
          <p:cNvSpPr>
            <a:spLocks noGrp="1"/>
          </p:cNvSpPr>
          <p:nvPr>
            <p:ph type="body" idx="16386"/>
            <p:custDataLst>
              <p:tags r:id="rId8"/>
            </p:custDataLst>
          </p:nvPr>
        </p:nvSpPr>
        <p:spPr>
          <a:xfrm>
            <a:off x="1574800" y="1928283"/>
            <a:ext cx="4292600" cy="406400"/>
          </a:xfrm>
        </p:spPr>
        <p:txBody>
          <a:bodyPr>
            <a:noAutofit/>
          </a:bodyPr>
          <a:p>
            <a:r>
              <a:rPr lang="zh-CN" altLang="en-US" b="1">
                <a:solidFill>
                  <a:schemeClr val="tx1"/>
                </a:solidFill>
              </a:rPr>
              <a:t>精准化</a:t>
            </a:r>
            <a:endParaRPr lang="zh-CN" altLang="en-US" b="1">
              <a:solidFill>
                <a:schemeClr val="tx1"/>
              </a:solidFill>
            </a:endParaRPr>
          </a:p>
        </p:txBody>
      </p:sp>
      <p:sp>
        <p:nvSpPr>
          <p:cNvPr id="5" name="文本占位符 4"/>
          <p:cNvSpPr>
            <a:spLocks noGrp="1"/>
          </p:cNvSpPr>
          <p:nvPr>
            <p:ph type="body" idx="16387"/>
            <p:custDataLst>
              <p:tags r:id="rId9"/>
            </p:custDataLst>
          </p:nvPr>
        </p:nvSpPr>
        <p:spPr/>
        <p:txBody>
          <a:bodyPr>
            <a:normAutofit/>
          </a:bodyPr>
          <a:p>
            <a:r>
              <a:rPr lang="zh-CN" altLang="en-US">
                <a:solidFill>
                  <a:schemeClr val="tx1"/>
                </a:solidFill>
              </a:rPr>
              <a:t>未来在上下文选择上应趋于精准化，采用</a:t>
            </a:r>
            <a:r>
              <a:rPr lang="zh-CN" altLang="en-US" b="1">
                <a:solidFill>
                  <a:schemeClr val="accent1"/>
                </a:solidFill>
              </a:rPr>
              <a:t>自适应</a:t>
            </a:r>
            <a:r>
              <a:rPr lang="zh-CN" altLang="en-US">
                <a:solidFill>
                  <a:schemeClr val="tx1"/>
                </a:solidFill>
              </a:rPr>
              <a:t>方式取代固定跳数，结合业务逻辑进行动态调整，从而让生成的日志与实际业务场景更加契合</a:t>
            </a:r>
            <a:endParaRPr lang="zh-CN" altLang="en-US">
              <a:solidFill>
                <a:schemeClr val="tx1"/>
              </a:solidFill>
            </a:endParaRPr>
          </a:p>
        </p:txBody>
      </p:sp>
      <p:sp>
        <p:nvSpPr>
          <p:cNvPr id="6" name="文本占位符 5"/>
          <p:cNvSpPr>
            <a:spLocks noGrp="1"/>
          </p:cNvSpPr>
          <p:nvPr>
            <p:ph type="body" idx="16391"/>
            <p:custDataLst>
              <p:tags r:id="rId10"/>
            </p:custDataLst>
          </p:nvPr>
        </p:nvSpPr>
        <p:spPr/>
        <p:txBody>
          <a:bodyPr/>
          <a:p>
            <a:r>
              <a:rPr lang="zh-CN" altLang="en-US">
                <a:solidFill>
                  <a:schemeClr val="accent2"/>
                </a:solidFill>
              </a:rPr>
              <a:t>02</a:t>
            </a:r>
            <a:endParaRPr lang="zh-CN" altLang="en-US">
              <a:solidFill>
                <a:schemeClr val="accent2"/>
              </a:solidFill>
            </a:endParaRPr>
          </a:p>
        </p:txBody>
      </p:sp>
      <p:sp>
        <p:nvSpPr>
          <p:cNvPr id="7" name="文本占位符 6"/>
          <p:cNvSpPr>
            <a:spLocks noGrp="1"/>
          </p:cNvSpPr>
          <p:nvPr>
            <p:ph type="body" idx="16389"/>
            <p:custDataLst>
              <p:tags r:id="rId11"/>
            </p:custDataLst>
          </p:nvPr>
        </p:nvSpPr>
        <p:spPr>
          <a:xfrm>
            <a:off x="7289800" y="1928283"/>
            <a:ext cx="4292600" cy="406400"/>
          </a:xfrm>
        </p:spPr>
        <p:txBody>
          <a:bodyPr>
            <a:noAutofit/>
          </a:bodyPr>
          <a:p>
            <a:r>
              <a:rPr lang="zh-CN" altLang="en-US" b="1">
                <a:solidFill>
                  <a:schemeClr val="tx1"/>
                </a:solidFill>
              </a:rPr>
              <a:t>深度结合</a:t>
            </a:r>
            <a:endParaRPr lang="zh-CN" altLang="en-US" b="1">
              <a:solidFill>
                <a:schemeClr val="tx1"/>
              </a:solidFill>
            </a:endParaRPr>
          </a:p>
        </p:txBody>
      </p:sp>
      <p:sp>
        <p:nvSpPr>
          <p:cNvPr id="8" name="文本占位符 7"/>
          <p:cNvSpPr>
            <a:spLocks noGrp="1"/>
          </p:cNvSpPr>
          <p:nvPr>
            <p:ph type="body" idx="16390"/>
            <p:custDataLst>
              <p:tags r:id="rId12"/>
            </p:custDataLst>
          </p:nvPr>
        </p:nvSpPr>
        <p:spPr/>
        <p:txBody>
          <a:bodyPr>
            <a:normAutofit lnSpcReduction="10000"/>
          </a:bodyPr>
          <a:p>
            <a:r>
              <a:rPr lang="zh-CN" altLang="en-US">
                <a:solidFill>
                  <a:schemeClr val="tx1"/>
                </a:solidFill>
              </a:rPr>
              <a:t>使LLM直接理解调用图结构，而不只是将其作为文本输入，提升模型</a:t>
            </a:r>
            <a:r>
              <a:rPr lang="zh-CN" altLang="en-US" b="1">
                <a:solidFill>
                  <a:schemeClr val="accent1"/>
                </a:solidFill>
              </a:rPr>
              <a:t>对程序执行逻辑的理解</a:t>
            </a:r>
            <a:r>
              <a:rPr lang="zh-CN" altLang="en-US">
                <a:solidFill>
                  <a:schemeClr val="tx1"/>
                </a:solidFill>
              </a:rPr>
              <a:t>，让日志生成更合理</a:t>
            </a:r>
            <a:endParaRPr lang="zh-CN" altLang="en-US">
              <a:solidFill>
                <a:schemeClr val="tx1"/>
              </a:solidFill>
            </a:endParaRPr>
          </a:p>
        </p:txBody>
      </p:sp>
      <p:sp>
        <p:nvSpPr>
          <p:cNvPr id="9" name="文本占位符 8"/>
          <p:cNvSpPr>
            <a:spLocks noGrp="1"/>
          </p:cNvSpPr>
          <p:nvPr>
            <p:ph type="body" idx="16394"/>
            <p:custDataLst>
              <p:tags r:id="rId13"/>
            </p:custDataLst>
          </p:nvPr>
        </p:nvSpPr>
        <p:spPr/>
        <p:txBody>
          <a:bodyPr/>
          <a:p>
            <a:r>
              <a:rPr lang="zh-CN" altLang="en-US">
                <a:solidFill>
                  <a:schemeClr val="accent2"/>
                </a:solidFill>
              </a:rPr>
              <a:t>03</a:t>
            </a:r>
            <a:endParaRPr lang="zh-CN" altLang="en-US">
              <a:solidFill>
                <a:schemeClr val="accent2"/>
              </a:solidFill>
            </a:endParaRPr>
          </a:p>
        </p:txBody>
      </p:sp>
      <p:sp>
        <p:nvSpPr>
          <p:cNvPr id="10" name="文本占位符 9"/>
          <p:cNvSpPr>
            <a:spLocks noGrp="1"/>
          </p:cNvSpPr>
          <p:nvPr>
            <p:ph type="body" idx="16392"/>
            <p:custDataLst>
              <p:tags r:id="rId14"/>
            </p:custDataLst>
          </p:nvPr>
        </p:nvSpPr>
        <p:spPr>
          <a:xfrm>
            <a:off x="1574800" y="4061883"/>
            <a:ext cx="4292600" cy="457200"/>
          </a:xfrm>
        </p:spPr>
        <p:txBody>
          <a:bodyPr>
            <a:noAutofit/>
          </a:bodyPr>
          <a:p>
            <a:r>
              <a:rPr lang="zh-CN" altLang="en-US" b="1">
                <a:solidFill>
                  <a:schemeClr val="tx1"/>
                </a:solidFill>
              </a:rPr>
              <a:t>模型优化</a:t>
            </a:r>
            <a:endParaRPr lang="zh-CN" altLang="en-US" b="1">
              <a:solidFill>
                <a:schemeClr val="tx1"/>
              </a:solidFill>
            </a:endParaRPr>
          </a:p>
        </p:txBody>
      </p:sp>
      <p:sp>
        <p:nvSpPr>
          <p:cNvPr id="11" name="文本占位符 10"/>
          <p:cNvSpPr>
            <a:spLocks noGrp="1"/>
          </p:cNvSpPr>
          <p:nvPr>
            <p:ph type="body" idx="16393"/>
            <p:custDataLst>
              <p:tags r:id="rId15"/>
            </p:custDataLst>
          </p:nvPr>
        </p:nvSpPr>
        <p:spPr/>
        <p:txBody>
          <a:bodyPr>
            <a:normAutofit/>
          </a:bodyPr>
          <a:p>
            <a:r>
              <a:rPr lang="zh-CN" altLang="en-US">
                <a:solidFill>
                  <a:schemeClr val="tx1"/>
                </a:solidFill>
              </a:rPr>
              <a:t>通过对小型开源模型进行微调，</a:t>
            </a:r>
            <a:r>
              <a:rPr lang="zh-CN" altLang="en-US" b="1">
                <a:solidFill>
                  <a:schemeClr val="accent1"/>
                </a:solidFill>
              </a:rPr>
              <a:t>降低模型的部署成本</a:t>
            </a:r>
            <a:r>
              <a:rPr lang="zh-CN" altLang="en-US">
                <a:solidFill>
                  <a:schemeClr val="tx1"/>
                </a:solidFill>
              </a:rPr>
              <a:t>，同时在一定程度上</a:t>
            </a:r>
            <a:r>
              <a:rPr lang="zh-CN" altLang="en-US" b="1">
                <a:solidFill>
                  <a:schemeClr val="accent1"/>
                </a:solidFill>
              </a:rPr>
              <a:t>提高其理解和生成能力</a:t>
            </a:r>
            <a:r>
              <a:rPr lang="zh-CN" altLang="en-US">
                <a:solidFill>
                  <a:schemeClr val="tx1"/>
                </a:solidFill>
              </a:rPr>
              <a:t>，以便更好地应用于实际的软件日志生成场景</a:t>
            </a:r>
            <a:endParaRPr lang="zh-CN" altLang="en-US">
              <a:solidFill>
                <a:schemeClr val="tx1"/>
              </a:solidFill>
            </a:endParaRPr>
          </a:p>
        </p:txBody>
      </p:sp>
      <p:sp>
        <p:nvSpPr>
          <p:cNvPr id="12" name="文本占位符 11"/>
          <p:cNvSpPr>
            <a:spLocks noGrp="1"/>
          </p:cNvSpPr>
          <p:nvPr>
            <p:ph type="body" idx="16397"/>
            <p:custDataLst>
              <p:tags r:id="rId16"/>
            </p:custDataLst>
          </p:nvPr>
        </p:nvSpPr>
        <p:spPr/>
        <p:txBody>
          <a:bodyPr/>
          <a:p>
            <a:r>
              <a:rPr lang="zh-CN" altLang="en-US">
                <a:solidFill>
                  <a:schemeClr val="accent2"/>
                </a:solidFill>
              </a:rPr>
              <a:t>04</a:t>
            </a:r>
            <a:endParaRPr lang="zh-CN" altLang="en-US">
              <a:solidFill>
                <a:schemeClr val="accent2"/>
              </a:solidFill>
            </a:endParaRPr>
          </a:p>
        </p:txBody>
      </p:sp>
      <p:sp>
        <p:nvSpPr>
          <p:cNvPr id="13" name="文本占位符 12"/>
          <p:cNvSpPr>
            <a:spLocks noGrp="1"/>
          </p:cNvSpPr>
          <p:nvPr>
            <p:ph type="body" idx="16395"/>
            <p:custDataLst>
              <p:tags r:id="rId17"/>
            </p:custDataLst>
          </p:nvPr>
        </p:nvSpPr>
        <p:spPr>
          <a:xfrm>
            <a:off x="7289800" y="4061883"/>
            <a:ext cx="4292600" cy="406400"/>
          </a:xfrm>
        </p:spPr>
        <p:txBody>
          <a:bodyPr>
            <a:noAutofit/>
          </a:bodyPr>
          <a:p>
            <a:r>
              <a:rPr lang="zh-CN" altLang="en-US" b="1">
                <a:solidFill>
                  <a:schemeClr val="tx1"/>
                </a:solidFill>
              </a:rPr>
              <a:t>评估体系建立</a:t>
            </a:r>
            <a:endParaRPr lang="zh-CN" altLang="en-US" b="1">
              <a:solidFill>
                <a:schemeClr val="tx1"/>
              </a:solidFill>
            </a:endParaRPr>
          </a:p>
        </p:txBody>
      </p:sp>
      <p:sp>
        <p:nvSpPr>
          <p:cNvPr id="14" name="文本占位符 13"/>
          <p:cNvSpPr>
            <a:spLocks noGrp="1"/>
          </p:cNvSpPr>
          <p:nvPr>
            <p:ph type="body" idx="16396"/>
            <p:custDataLst>
              <p:tags r:id="rId18"/>
            </p:custDataLst>
          </p:nvPr>
        </p:nvSpPr>
        <p:spPr/>
        <p:txBody>
          <a:bodyPr>
            <a:normAutofit/>
          </a:bodyPr>
          <a:p>
            <a:r>
              <a:rPr lang="zh-CN" altLang="en-US">
                <a:solidFill>
                  <a:schemeClr val="tx1"/>
                </a:solidFill>
              </a:rPr>
              <a:t>需要建立专门</a:t>
            </a:r>
            <a:r>
              <a:rPr lang="zh-CN" altLang="en-US" b="1">
                <a:solidFill>
                  <a:schemeClr val="accent1"/>
                </a:solidFill>
              </a:rPr>
              <a:t>适用于日志质量的评估标准</a:t>
            </a:r>
            <a:r>
              <a:rPr lang="zh-CN" altLang="en-US">
                <a:solidFill>
                  <a:schemeClr val="tx1"/>
                </a:solidFill>
              </a:rPr>
              <a:t>，减少对传统文本相似度指标和人工审判的依赖，从而更准确、全面地评估基于该方法生成的日志质量</a:t>
            </a:r>
            <a:endParaRPr lang="zh-CN" altLang="en-US">
              <a:solidFill>
                <a:schemeClr val="tx1"/>
              </a:solidFill>
            </a:endParaRPr>
          </a:p>
        </p:txBody>
      </p:sp>
      <p:sp>
        <p:nvSpPr>
          <p:cNvPr id="16" name="标题 1"/>
          <p:cNvSpPr>
            <a:spLocks noGrp="1"/>
          </p:cNvSpPr>
          <p:nvPr>
            <p:custDataLst>
              <p:tags r:id="rId19"/>
            </p:custDataLst>
          </p:nvPr>
        </p:nvSpPr>
        <p:spPr>
          <a:xfrm>
            <a:off x="609600" y="533400"/>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未来研究方向</a:t>
            </a:r>
            <a:endParaRPr lang="zh-CN" altLang="en-US" b="1">
              <a:solidFill>
                <a:schemeClr val="tx1"/>
              </a:solidFill>
              <a:latin typeface="等线" panose="02010600030101010101" charset="-122"/>
              <a:ea typeface="等线" panose="02010600030101010101" charset="-122"/>
              <a:cs typeface="等线" panose="02010600030101010101" charset="-122"/>
            </a:endParaRPr>
          </a:p>
        </p:txBody>
      </p:sp>
    </p:spTree>
    <p:custDataLst>
      <p:tags r:id="rId2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任意多边形: 形状 43"/>
          <p:cNvSpPr/>
          <p:nvPr>
            <p:custDataLst>
              <p:tags r:id="rId1"/>
            </p:custDataLst>
          </p:nvPr>
        </p:nvSpPr>
        <p:spPr>
          <a:xfrm>
            <a:off x="-1068139" y="6648893"/>
            <a:ext cx="14328271" cy="413336"/>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254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9" name="图形 18"/>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032000" y="355599"/>
            <a:ext cx="1620000" cy="466221"/>
          </a:xfrm>
          <a:prstGeom prst="rect">
            <a:avLst/>
          </a:prstGeom>
        </p:spPr>
      </p:pic>
      <p:pic>
        <p:nvPicPr>
          <p:cNvPr id="10" name="图片 9" descr="图片包含 形状&#10;&#10;描述已自动生成"/>
          <p:cNvPicPr/>
          <p:nvPr>
            <p:custDataLst>
              <p:tags r:id="rId5"/>
            </p:custDataLst>
          </p:nvPr>
        </p:nvPicPr>
        <p:blipFill>
          <a:blip r:embed="rId6" cstate="print"/>
          <a:stretch>
            <a:fillRect/>
          </a:stretch>
        </p:blipFill>
        <p:spPr>
          <a:xfrm>
            <a:off x="4367102" y="6318738"/>
            <a:ext cx="3457796" cy="539262"/>
          </a:xfrm>
          <a:prstGeom prst="rect">
            <a:avLst/>
          </a:prstGeom>
        </p:spPr>
      </p:pic>
      <p:sp>
        <p:nvSpPr>
          <p:cNvPr id="5" name="文本占位符 4"/>
          <p:cNvSpPr>
            <a:spLocks noGrp="1"/>
          </p:cNvSpPr>
          <p:nvPr>
            <p:ph type="body" idx="16386"/>
            <p:custDataLst>
              <p:tags r:id="rId7"/>
            </p:custDataLst>
          </p:nvPr>
        </p:nvSpPr>
        <p:spPr>
          <a:xfrm>
            <a:off x="762000" y="1576917"/>
            <a:ext cx="10820400" cy="406400"/>
          </a:xfrm>
        </p:spPr>
        <p:txBody>
          <a:bodyPr>
            <a:normAutofit/>
          </a:bodyPr>
          <a:p>
            <a:r>
              <a:rPr lang="zh-CN" altLang="en-US" b="1">
                <a:solidFill>
                  <a:schemeClr val="tx1"/>
                </a:solidFill>
              </a:rPr>
              <a:t>静态分析提供“骨架”，LLM填充“血肉”</a:t>
            </a:r>
            <a:endParaRPr lang="zh-CN" altLang="en-US" b="1">
              <a:solidFill>
                <a:schemeClr val="tx1"/>
              </a:solidFill>
            </a:endParaRPr>
          </a:p>
          <a:p>
            <a:endParaRPr lang="zh-CN" altLang="en-US" b="1">
              <a:solidFill>
                <a:schemeClr val="tx1"/>
              </a:solidFill>
            </a:endParaRPr>
          </a:p>
        </p:txBody>
      </p:sp>
      <p:sp>
        <p:nvSpPr>
          <p:cNvPr id="6" name="文本占位符 5"/>
          <p:cNvSpPr>
            <a:spLocks noGrp="1"/>
          </p:cNvSpPr>
          <p:nvPr>
            <p:ph type="body" idx="16387"/>
            <p:custDataLst>
              <p:tags r:id="rId8"/>
            </p:custDataLst>
          </p:nvPr>
        </p:nvSpPr>
        <p:spPr>
          <a:xfrm>
            <a:off x="762000" y="2321983"/>
            <a:ext cx="10820400" cy="1524000"/>
          </a:xfrm>
        </p:spPr>
        <p:txBody>
          <a:bodyPr>
            <a:normAutofit/>
          </a:bodyPr>
          <a:p>
            <a:r>
              <a:rPr lang="zh-CN" altLang="en-US" sz="2000">
                <a:solidFill>
                  <a:schemeClr val="tx1"/>
                </a:solidFill>
              </a:rPr>
              <a:t>静态分析为日志生成提供精准的上下文，如同“骨架”，界定了日志的基本框架和关键信息</a:t>
            </a:r>
            <a:endParaRPr lang="zh-CN" altLang="en-US" sz="2000">
              <a:solidFill>
                <a:schemeClr val="tx1"/>
              </a:solidFill>
            </a:endParaRPr>
          </a:p>
          <a:p>
            <a:endParaRPr lang="zh-CN" altLang="en-US" sz="2000">
              <a:solidFill>
                <a:schemeClr val="tx1"/>
              </a:solidFill>
            </a:endParaRPr>
          </a:p>
          <a:p>
            <a:r>
              <a:rPr lang="zh-CN" altLang="en-US" sz="2000">
                <a:solidFill>
                  <a:schemeClr val="tx1"/>
                </a:solidFill>
              </a:rPr>
              <a:t>LLM则负责填充丰富的语义描述，形成完整自然的日志内容</a:t>
            </a:r>
            <a:endParaRPr lang="zh-CN" altLang="en-US" sz="2000">
              <a:solidFill>
                <a:schemeClr val="tx1"/>
              </a:solidFill>
            </a:endParaRPr>
          </a:p>
          <a:p>
            <a:endParaRPr lang="zh-CN" altLang="en-US" sz="2000">
              <a:solidFill>
                <a:schemeClr val="tx1"/>
              </a:solidFill>
            </a:endParaRPr>
          </a:p>
          <a:p>
            <a:endParaRPr lang="zh-CN" altLang="en-US">
              <a:solidFill>
                <a:schemeClr val="tx1"/>
              </a:solidFill>
            </a:endParaRPr>
          </a:p>
        </p:txBody>
      </p:sp>
      <p:sp>
        <p:nvSpPr>
          <p:cNvPr id="9" name="标题 1"/>
          <p:cNvSpPr>
            <a:spLocks noGrp="1"/>
          </p:cNvSpPr>
          <p:nvPr>
            <p:custDataLst>
              <p:tags r:id="rId9"/>
            </p:custDataLst>
          </p:nvPr>
        </p:nvSpPr>
        <p:spPr>
          <a:xfrm>
            <a:off x="609600" y="533400"/>
            <a:ext cx="10972800" cy="609600"/>
          </a:xfrm>
          <a:prstGeom prst="rect">
            <a:avLst/>
          </a:prstGeom>
          <a:noFill/>
        </p:spPr>
        <p:txBody>
          <a:bodyPr vert="horz" lIns="0" tIns="0" rIns="0" bIns="0" rtlCol="0" anchor="t">
            <a:normAutofit/>
          </a:bodyPr>
          <a:lstStyle>
            <a:lvl1pPr marL="0" indent="0" algn="l" defTabSz="914400" rtl="0" eaLnBrk="1" latinLnBrk="0" hangingPunct="1">
              <a:lnSpc>
                <a:spcPct val="111000"/>
              </a:lnSpc>
              <a:spcBef>
                <a:spcPct val="0"/>
              </a:spcBef>
              <a:spcAft>
                <a:spcPct val="0"/>
              </a:spcAft>
              <a:buNone/>
              <a:defRPr sz="3600" b="0" kern="1200" spc="0">
                <a:solidFill>
                  <a:schemeClr val="tx1"/>
                </a:solidFill>
                <a:latin typeface="+mj-lt"/>
                <a:ea typeface="+mj-ea"/>
                <a:cs typeface="+mj-cs"/>
              </a:defRPr>
            </a:lvl1pPr>
          </a:lstStyle>
          <a:p>
            <a:pPr marL="0" indent="0" algn="l" defTabSz="0" rtl="0" eaLnBrk="1" latinLnBrk="0" hangingPunct="1">
              <a:lnSpc>
                <a:spcPct val="111000"/>
              </a:lnSpc>
              <a:spcBef>
                <a:spcPct val="0"/>
              </a:spcBef>
              <a:spcAft>
                <a:spcPct val="0"/>
              </a:spcAft>
              <a:buNone/>
            </a:pPr>
            <a:r>
              <a:rPr lang="zh-CN" altLang="en-US" b="1">
                <a:solidFill>
                  <a:schemeClr val="tx1"/>
                </a:solidFill>
                <a:latin typeface="等线" panose="02010600030101010101" charset="-122"/>
                <a:ea typeface="等线" panose="02010600030101010101" charset="-122"/>
                <a:cs typeface="等线" panose="02010600030101010101" charset="-122"/>
              </a:rPr>
              <a:t>总结</a:t>
            </a:r>
            <a:endParaRPr lang="zh-CN" altLang="en-US">
              <a:latin typeface="等线" panose="02010600030101010101" charset="-122"/>
              <a:ea typeface="等线" panose="02010600030101010101" charset="-122"/>
              <a:cs typeface="等线" panose="02010600030101010101" charset="-122"/>
            </a:endParaRPr>
          </a:p>
        </p:txBody>
      </p:sp>
      <p:sp>
        <p:nvSpPr>
          <p:cNvPr id="12" name="文本框 11"/>
          <p:cNvSpPr txBox="1"/>
          <p:nvPr/>
        </p:nvSpPr>
        <p:spPr>
          <a:xfrm>
            <a:off x="1528233" y="4180417"/>
            <a:ext cx="9135533" cy="829945"/>
          </a:xfrm>
          <a:prstGeom prst="rect">
            <a:avLst/>
          </a:prstGeom>
          <a:noFill/>
        </p:spPr>
        <p:txBody>
          <a:bodyPr wrap="square" rtlCol="0" anchor="t">
            <a:noAutofit/>
          </a:bodyPr>
          <a:p>
            <a:r>
              <a:rPr lang="zh-CN" altLang="en-US" sz="2400" b="1">
                <a:solidFill>
                  <a:schemeClr val="accent1"/>
                </a:solidFill>
              </a:rPr>
              <a:t>二者的有机结合能有效</a:t>
            </a:r>
            <a:r>
              <a:rPr lang="zh-CN" altLang="en-US" sz="2400" b="1">
                <a:solidFill>
                  <a:schemeClr val="accent1"/>
                </a:solidFill>
              </a:rPr>
              <a:t>弥补传统日志生成方法的不足</a:t>
            </a:r>
            <a:endParaRPr lang="zh-CN" altLang="en-US" sz="2400" b="1">
              <a:solidFill>
                <a:schemeClr val="accent1"/>
              </a:solidFill>
            </a:endParaRPr>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a:spLocks noGrp="1" noRot="1" noMove="1" noResize="1" noEditPoints="1" noAdjustHandles="1" noChangeArrowheads="1" noChangeShapeType="1"/>
          </p:cNvSpPr>
          <p:nvPr>
            <p:custDataLst>
              <p:tags r:id="rId1"/>
            </p:custDataLst>
          </p:nvPr>
        </p:nvSpPr>
        <p:spPr>
          <a:xfrm>
            <a:off x="-3340554" y="5907296"/>
            <a:ext cx="18873107" cy="1901408"/>
          </a:xfrm>
          <a:custGeom>
            <a:avLst/>
            <a:gdLst>
              <a:gd name="connsiteX0" fmla="*/ 10428513 w 20857027"/>
              <a:gd name="connsiteY0" fmla="*/ 0 h 3381625"/>
              <a:gd name="connsiteX1" fmla="*/ 20463076 w 20857027"/>
              <a:gd name="connsiteY1" fmla="*/ 3089003 h 3381625"/>
              <a:gd name="connsiteX2" fmla="*/ 20857027 w 20857027"/>
              <a:gd name="connsiteY2" fmla="*/ 3381625 h 3381625"/>
              <a:gd name="connsiteX3" fmla="*/ 0 w 20857027"/>
              <a:gd name="connsiteY3" fmla="*/ 3381625 h 3381625"/>
              <a:gd name="connsiteX4" fmla="*/ 393950 w 20857027"/>
              <a:gd name="connsiteY4" fmla="*/ 3089003 h 3381625"/>
              <a:gd name="connsiteX5" fmla="*/ 10428513 w 20857027"/>
              <a:gd name="connsiteY5" fmla="*/ 0 h 338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57027" h="3381625">
                <a:moveTo>
                  <a:pt x="10428513" y="0"/>
                </a:moveTo>
                <a:cubicBezTo>
                  <a:pt x="14240216" y="0"/>
                  <a:pt x="17736172" y="1159238"/>
                  <a:pt x="20463076" y="3089003"/>
                </a:cubicBezTo>
                <a:lnTo>
                  <a:pt x="20857027" y="3381625"/>
                </a:lnTo>
                <a:lnTo>
                  <a:pt x="0" y="3381625"/>
                </a:lnTo>
                <a:lnTo>
                  <a:pt x="393950" y="3089003"/>
                </a:lnTo>
                <a:cubicBezTo>
                  <a:pt x="3120854" y="1159238"/>
                  <a:pt x="6616810" y="0"/>
                  <a:pt x="10428513" y="0"/>
                </a:cubicBezTo>
                <a:close/>
              </a:path>
            </a:pathLst>
          </a:custGeom>
          <a:solidFill>
            <a:schemeClr val="accent4">
              <a:lumMod val="40000"/>
              <a:lumOff val="60000"/>
            </a:schemeClr>
          </a:solidFill>
          <a:ln>
            <a:noFill/>
          </a:ln>
          <a:effectLst>
            <a:glow rad="635000">
              <a:schemeClr val="accent4">
                <a:lumMod val="20000"/>
                <a:lumOff val="80000"/>
                <a:alpha val="50000"/>
              </a:schemeClr>
            </a:glow>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5" name="图片 4" descr="图片包含 形状&#10;&#10;描述已自动生成"/>
          <p:cNvPicPr>
            <a:picLocks noGrp="1" noRot="1" noChangeAspect="1" noMove="1" noResize="1" noEditPoints="1" noAdjustHandles="1" noChangeArrowheads="1" noChangeShapeType="1" noCrop="1"/>
          </p:cNvPicPr>
          <p:nvPr>
            <p:custDataLst>
              <p:tags r:id="rId2"/>
            </p:custDataLst>
          </p:nvPr>
        </p:nvPicPr>
        <p:blipFill>
          <a:blip r:embed="rId3"/>
          <a:stretch>
            <a:fillRect/>
          </a:stretch>
        </p:blipFill>
        <p:spPr>
          <a:xfrm>
            <a:off x="0" y="4956592"/>
            <a:ext cx="12192000" cy="1901408"/>
          </a:xfrm>
          <a:prstGeom prst="rect">
            <a:avLst/>
          </a:prstGeom>
        </p:spPr>
      </p:pic>
      <p:grpSp>
        <p:nvGrpSpPr>
          <p:cNvPr id="7" name="组合 6"/>
          <p:cNvGrpSpPr/>
          <p:nvPr/>
        </p:nvGrpSpPr>
        <p:grpSpPr>
          <a:xfrm>
            <a:off x="4793294" y="2419211"/>
            <a:ext cx="2605405" cy="1586426"/>
            <a:chOff x="4793296" y="2054307"/>
            <a:chExt cx="2605405" cy="1586426"/>
          </a:xfrm>
        </p:grpSpPr>
        <p:sp>
          <p:nvSpPr>
            <p:cNvPr id="3" name="文本框 2"/>
            <p:cNvSpPr txBox="1"/>
            <p:nvPr>
              <p:custDataLst>
                <p:tags r:id="rId4"/>
              </p:custDataLst>
            </p:nvPr>
          </p:nvSpPr>
          <p:spPr>
            <a:xfrm>
              <a:off x="4793296" y="2054307"/>
              <a:ext cx="2605405" cy="1198880"/>
            </a:xfrm>
            <a:prstGeom prst="rect">
              <a:avLst/>
            </a:prstGeom>
            <a:noFill/>
            <a:effectLst/>
          </p:spPr>
          <p:txBody>
            <a:bodyPr wrap="none" rtlCol="0">
              <a:spAutoFit/>
            </a:bodyPr>
            <a:lstStyle/>
            <a:p>
              <a:pPr algn="ctr"/>
              <a:r>
                <a:rPr lang="zh-CN" altLang="en-US" sz="7200" dirty="0">
                  <a:solidFill>
                    <a:srgbClr val="FA8C2B"/>
                  </a:solidFill>
                  <a:latin typeface="思源黑体 CN Heavy" panose="020B0A00000000000000" pitchFamily="34" charset="-122"/>
                  <a:ea typeface="思源黑体 CN Heavy" panose="020B0A00000000000000" pitchFamily="34" charset="-122"/>
                </a:rPr>
                <a:t>谢谢</a:t>
              </a:r>
              <a:r>
                <a:rPr lang="en-US" altLang="zh-CN" sz="7200" dirty="0">
                  <a:solidFill>
                    <a:srgbClr val="FA8C2B"/>
                  </a:solidFill>
                  <a:latin typeface="思源黑体 CN Heavy" panose="020B0A00000000000000" pitchFamily="34" charset="-122"/>
                  <a:ea typeface="思源黑体 CN Heavy" panose="020B0A00000000000000" pitchFamily="34" charset="-122"/>
                </a:rPr>
                <a:t>~</a:t>
              </a:r>
              <a:endParaRPr lang="zh-CN" altLang="en-US" sz="7200" dirty="0">
                <a:solidFill>
                  <a:srgbClr val="FA8C2B"/>
                </a:solidFill>
                <a:latin typeface="思源黑体 CN Heavy" panose="020B0A00000000000000" pitchFamily="34" charset="-122"/>
                <a:ea typeface="思源黑体 CN Heavy" panose="020B0A00000000000000" pitchFamily="34" charset="-122"/>
              </a:endParaRPr>
            </a:p>
          </p:txBody>
        </p:sp>
        <p:sp>
          <p:nvSpPr>
            <p:cNvPr id="6" name="文本框 5"/>
            <p:cNvSpPr txBox="1"/>
            <p:nvPr>
              <p:custDataLst>
                <p:tags r:id="rId5"/>
              </p:custDataLst>
            </p:nvPr>
          </p:nvSpPr>
          <p:spPr>
            <a:xfrm>
              <a:off x="5941065" y="3180358"/>
              <a:ext cx="309880" cy="460375"/>
            </a:xfrm>
            <a:prstGeom prst="rect">
              <a:avLst/>
            </a:prstGeom>
            <a:noFill/>
            <a:effectLst/>
          </p:spPr>
          <p:txBody>
            <a:bodyPr wrap="none" rtlCol="0">
              <a:spAutoFit/>
            </a:bodyPr>
            <a:lstStyle/>
            <a:p>
              <a:pPr algn="ctr"/>
              <a:endParaRPr lang="zh-CN" altLang="en-US" sz="2400" dirty="0">
                <a:solidFill>
                  <a:srgbClr val="FA8C2B"/>
                </a:solidFill>
                <a:latin typeface="思源黑体 CN Heavy" panose="020B0A00000000000000" pitchFamily="34" charset="-122"/>
                <a:ea typeface="思源黑体 CN Heavy" panose="020B0A00000000000000" pitchFamily="34" charset="-122"/>
              </a:endParaRPr>
            </a:p>
          </p:txBody>
        </p:sp>
      </p:grpSp>
      <p:pic>
        <p:nvPicPr>
          <p:cNvPr id="8" name="图形 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916964" y="360000"/>
            <a:ext cx="2358068" cy="678630"/>
          </a:xfrm>
          <a:prstGeom prst="rect">
            <a:avLst/>
          </a:prstGeom>
        </p:spPr>
      </p:pic>
    </p:spTree>
    <p:custDataLst>
      <p:tags r:id="rId9"/>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2.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3.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4.xml><?xml version="1.0" encoding="utf-8"?>
<p:tagLst xmlns:p="http://schemas.openxmlformats.org/presentationml/2006/main">
  <p:tag name="KSO_WM_BEAUTIFY_FLAG" val="#fgm#"/>
  <p:tag name="KSO_WM_FIGMA_FLAG" val="#fgm#"/>
  <p:tag name="KSO_WM_UNIT_INDEX" val="1"/>
  <p:tag name="KSO_WM_UNIT_TYPE" val="a"/>
  <p:tag name="KSO_WM_LAYOUT_CHECK_HASH" val="f856ecc26e4b04b18b6124026636c1a5d80e2d58"/>
  <p:tag name="KSO_WM_NEWLAYOUT_GROUP_ID" val="layout_59"/>
  <p:tag name="KSO_WM_NEWLAYOUT_ID" val="slide_be27ab8c54abf262"/>
</p:tagLst>
</file>

<file path=ppt/tags/tag5.xml><?xml version="1.0" encoding="utf-8"?>
<p:tagLst xmlns:p="http://schemas.openxmlformats.org/presentationml/2006/main">
  <p:tag name="KSO_WM_BEAUTIFY_FLAG" val="#fgm#"/>
  <p:tag name="KSO_WM_FIGMA_FLAG" val="#fgm#"/>
  <p:tag name="KSO_WM_UNIT_INDEX" val="1"/>
  <p:tag name="KSO_WM_UNIT_TYPE" val="d"/>
</p:tagLst>
</file>

<file path=ppt/tags/tag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1.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2.xml><?xml version="1.0" encoding="utf-8"?>
<p:tagLst xmlns:p="http://schemas.openxmlformats.org/presentationml/2006/main">
  <p:tag name="KSO_WM_BEAUTIFY_FLAG" val="#fgm#"/>
  <p:tag name="KSO_WM_FIGMA_FLAG" val="#fgm#"/>
  <p:tag name="KSO_WM_UNIT_INDEX" val="1"/>
  <p:tag name="KSO_WM_UNIT_TYPE" val="a"/>
  <p:tag name="KSO_WM_LAYOUT_CHECK_HASH" val="af18f92a097bd40d647b9b0f56bc5d25ac078642"/>
  <p:tag name="KSO_WM_NEWLAYOUT_GROUP_ID" val="layout_35"/>
  <p:tag name="KSO_WM_NEWLAYOUT_ID" val="slide_90cdd96762bb354a"/>
</p:tagLst>
</file>

<file path=ppt/tags/tag13.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2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2.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23.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4.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5.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26.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27.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28.xml><?xml version="1.0" encoding="utf-8"?>
<p:tagLst xmlns:p="http://schemas.openxmlformats.org/presentationml/2006/main">
  <p:tag name="KSO_WM_BEAUTIFY_FLAG" val="#fgm#"/>
  <p:tag name="KSO_WM_FIGMA_FLAG" val="#fgm#"/>
  <p:tag name="KSO_WM_UNIT_INDEX" val="1"/>
  <p:tag name="KSO_WM_UNIT_TYPE" val="a"/>
  <p:tag name="KSO_WM_LAYOUT_CHECK_HASH" val="ce6a0cedd9f7ba6e12547327405a5099b909730e"/>
  <p:tag name="KSO_WM_NEWLAYOUT_GROUP_ID" val="layout_31"/>
  <p:tag name="KSO_WM_NEWLAYOUT_ID" val="slide_e322f756bea7b1bb"/>
</p:tagLst>
</file>

<file path=ppt/tags/tag2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7.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38.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39.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40.xml><?xml version="1.0" encoding="utf-8"?>
<p:tagLst xmlns:p="http://schemas.openxmlformats.org/presentationml/2006/main">
  <p:tag name="KSO_WM_BEAUTIFY_FLAG" val="#fgm#"/>
  <p:tag name="KSO_WM_FIGMA_FLAG" val="#fgm#"/>
  <p:tag name="KSO_WM_UNIT_INDEX" val="1"/>
  <p:tag name="KSO_WM_UNIT_TYPE" val="a"/>
  <p:tag name="KSO_WM_LAYOUT_CHECK_HASH" val="b7b188977fd2f2078a4e33758df989a716585c05"/>
  <p:tag name="KSO_WM_NEWLAYOUT_GROUP_ID" val="layout_3"/>
  <p:tag name="KSO_WM_NEWLAYOUT_ID" val="slide_4c738f54614abf31"/>
</p:tagLst>
</file>

<file path=ppt/tags/tag4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4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4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46.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4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9.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50.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51.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52.xml><?xml version="1.0" encoding="utf-8"?>
<p:tagLst xmlns:p="http://schemas.openxmlformats.org/presentationml/2006/main">
  <p:tag name="KSO_WM_BEAUTIFY_FLAG" val="#fgm#"/>
  <p:tag name="KSO_WM_FIGMA_FLAG" val="#fgm#"/>
  <p:tag name="KSO_WM_UNIT_INDEX" val="1"/>
  <p:tag name="KSO_WM_UNIT_TYPE" val="a"/>
  <p:tag name="KSO_WM_LAYOUT_CHECK_HASH" val="f010648fcbe055a38aea50a99dbc65603c2acc36"/>
  <p:tag name="KSO_WM_NEWLAYOUT_GROUP_ID" val="layout_27"/>
  <p:tag name="KSO_WM_NEWLAYOUT_ID" val="slide_dda83cf5c91b53dd"/>
</p:tagLst>
</file>

<file path=ppt/tags/tag5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54.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5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5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5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1.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62.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63.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64.xml><?xml version="1.0" encoding="utf-8"?>
<p:tagLst xmlns:p="http://schemas.openxmlformats.org/presentationml/2006/main">
  <p:tag name="KSO_WM_BEAUTIFY_FLAG" val="#fgm#"/>
  <p:tag name="KSO_WM_FIGMA_FLAG" val="#fgm#"/>
  <p:tag name="KSO_WM_UNIT_INDEX" val="1"/>
  <p:tag name="KSO_WM_UNIT_TYPE" val="a"/>
  <p:tag name="KSO_WM_LAYOUT_CHECK_HASH" val="66abc8873aca9d86289c367d295b24072022e0bf"/>
  <p:tag name="KSO_WM_NEWLAYOUT_GROUP_ID" val="layout_26"/>
  <p:tag name="KSO_WM_NEWLAYOUT_ID" val="slide_1782e10a2508866f"/>
</p:tagLst>
</file>

<file path=ppt/tags/tag6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66.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6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6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70.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3.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74.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75.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76.xml><?xml version="1.0" encoding="utf-8"?>
<p:tagLst xmlns:p="http://schemas.openxmlformats.org/presentationml/2006/main">
  <p:tag name="KSO_WM_BEAUTIFY_FLAG" val="#fgm#"/>
  <p:tag name="KSO_WM_FIGMA_FLAG" val="#fgm#"/>
  <p:tag name="KSO_WM_UNIT_INDEX" val="1"/>
  <p:tag name="KSO_WM_UNIT_TYPE" val="a"/>
  <p:tag name="KSO_WM_LAYOUT_CHECK_HASH" val="c1cb8b20226776c1f4ef8b46017b402f8b0dd9a9"/>
  <p:tag name="KSO_WM_NEWLAYOUT_GROUP_ID" val="layout_57"/>
  <p:tag name="KSO_WM_NEWLAYOUT_ID" val="slide_810d29b5405e0369"/>
</p:tagLst>
</file>

<file path=ppt/tags/tag77.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1_1"/>
  <p:tag name="KSO_WM_UNIT_TYPE" val="l_h_i"/>
</p:tagLst>
</file>

<file path=ppt/tags/tag7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7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1.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82.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5.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86.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87.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88.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Lst>
</file>

<file path=ppt/tags/tag8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9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9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9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3.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9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9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7.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98.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99.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0.xml><?xml version="1.0" encoding="utf-8"?>
<p:tagLst xmlns:p="http://schemas.openxmlformats.org/presentationml/2006/main">
  <p:tag name="KSO_WM_BEAUTIFY_FLAG" val="#fgm#"/>
  <p:tag name="KSO_WM_FIGMA_FLAG" val="#fgm#"/>
  <p:tag name="KSO_WM_UNIT_INDEX" val="1"/>
  <p:tag name="KSO_WM_UNIT_TYPE" val="a"/>
  <p:tag name="KSO_WM_LAYOUT_CHECK_HASH" val="471fafafdd0c0e88fe75e03cc69220845a1b5a91"/>
  <p:tag name="KSO_WM_NEWLAYOUT_GROUP_ID" val="layout_14"/>
  <p:tag name="KSO_WM_NEWLAYOUT_ID" val="slide_fbd1737be693ef9a"/>
</p:tagLst>
</file>

<file path=ppt/tags/tag101.xml><?xml version="1.0" encoding="utf-8"?>
<p:tagLst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102.xml><?xml version="1.0" encoding="utf-8"?>
<p:tagLst xmlns:p="http://schemas.openxmlformats.org/presentationml/2006/main">
  <p:tag name="KSO_WM_BEAUTIFY_FLAG" val="#fgm#"/>
  <p:tag name="KSO_WM_FIGMA_FLAG" val="#fgm#"/>
  <p:tag name="KSO_WM_UNIT_INDEX" val="1"/>
  <p:tag name="KSO_WM_UNIT_TYPE" val="f"/>
</p:tagLst>
</file>

<file path=ppt/tags/tag103.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4.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5.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6.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7.xml><?xml version="1.0" encoding="utf-8"?>
<p:tagLst xmlns:p="http://schemas.openxmlformats.org/presentationml/2006/main">
  <p:tag name="KSO_WM_UNIT_ID" val="_1**"/>
  <p:tag name="KSO_WM_BEAUTIFY_FLAG" val="#wm#"/>
  <p:tag name="KSO_WM_TAG_VERSION" val="3.0"/>
  <p:tag name="KSO_WM_UNIT_LAYERLEVEL" val="1"/>
  <p:tag name="KSO_WM_TEMPLATE_INDEX" val="1"/>
  <p:tag name="KSO_WM_TEMPLATE_CATEGORY" val="custom"/>
</p:tagLst>
</file>

<file path=ppt/tags/tag108.xml><?xml version="1.0" encoding="utf-8"?>
<p:tagLst xmlns:p="http://schemas.openxmlformats.org/presentationml/2006/main">
  <p:tag name="KSO_WM_UNIT_ID" val="_2**"/>
  <p:tag name="KSO_WM_BEAUTIFY_FLAG" val="#wm#"/>
  <p:tag name="KSO_WM_TAG_VERSION" val="3.0"/>
  <p:tag name="KSO_WM_UNIT_LAYERLEVEL" val="1"/>
  <p:tag name="KSO_WM_TEMPLATE_INDEX" val="1"/>
  <p:tag name="KSO_WM_TEMPLATE_CATEGORY" val="custom"/>
</p:tagLst>
</file>

<file path=ppt/tags/tag109.xml><?xml version="1.0" encoding="utf-8"?>
<p:tagLst xmlns:p="http://schemas.openxmlformats.org/presentationml/2006/main">
  <p:tag name="KSO_WM_UNIT_ID" val="_2**"/>
  <p:tag name="KSO_WM_BEAUTIFY_FLAG" val="#wm#"/>
  <p:tag name="KSO_WM_TAG_VERSION" val="3.0"/>
  <p:tag name="KSO_WM_UNIT_LAYERLEVEL" val="1"/>
  <p:tag name="KSO_WM_TEMPLATE_INDEX" val="1"/>
  <p:tag name="KSO_WM_TEMPLATE_CATEGORY" val="custom"/>
</p:tagLst>
</file>

<file path=ppt/tags/tag110.xml><?xml version="1.0" encoding="utf-8"?>
<p:tagLst xmlns:p="http://schemas.openxmlformats.org/presentationml/2006/main">
  <p:tag name="KSO_WM_UNIT_ID" val="_2**"/>
  <p:tag name="KSO_WM_BEAUTIFY_FLAG" val="#wm#"/>
  <p:tag name="KSO_WM_TAG_VERSION" val="3.0"/>
  <p:tag name="KSO_WM_UNIT_LAYERLEVEL" val="1"/>
  <p:tag name="KSO_WM_TEMPLATE_INDEX" val="1"/>
  <p:tag name="KSO_WM_TEMPLATE_CATEGORY" val="custom"/>
</p:tagLst>
</file>

<file path=ppt/tags/tag111.xml><?xml version="1.0" encoding="utf-8"?>
<p:tagLst xmlns:p="http://schemas.openxmlformats.org/presentationml/2006/main">
  <p:tag name="KSO_WM_UNIT_ID" val="_2**"/>
  <p:tag name="KSO_WM_BEAUTIFY_FLAG" val="#wm#"/>
  <p:tag name="KSO_WM_TAG_VERSION" val="3.0"/>
  <p:tag name="KSO_WM_UNIT_LAYERLEVEL" val="1"/>
  <p:tag name="KSO_WM_TEMPLATE_INDEX" val="1"/>
  <p:tag name="KSO_WM_TEMPLATE_CATEGORY" val="custom"/>
</p:tagLst>
</file>

<file path=ppt/tags/tag112.xml><?xml version="1.0" encoding="utf-8"?>
<p:tagLst xmlns:p="http://schemas.openxmlformats.org/presentationml/2006/main">
  <p:tag name="KSO_WM_UNIT_ID" val="_2**"/>
  <p:tag name="KSO_WM_BEAUTIFY_FLAG" val="#wm#"/>
  <p:tag name="KSO_WM_TAG_VERSION" val="3.0"/>
  <p:tag name="KSO_WM_UNIT_LAYERLEVEL" val="1"/>
  <p:tag name="KSO_WM_TEMPLATE_INDEX" val="1"/>
  <p:tag name="KSO_WM_TEMPLATE_CATEGORY" val="custom"/>
</p:tagLst>
</file>

<file path=ppt/tags/tag113.xml><?xml version="1.0" encoding="utf-8"?>
<p:tagLst xmlns:p="http://schemas.openxmlformats.org/presentationml/2006/main">
  <p:tag name="KSO_WM_UNIT_ID" val="_3**"/>
  <p:tag name="KSO_WM_BEAUTIFY_FLAG" val="#wm#"/>
  <p:tag name="KSO_WM_TAG_VERSION" val="3.0"/>
  <p:tag name="KSO_WM_UNIT_LAYERLEVEL" val="1"/>
  <p:tag name="KSO_WM_TEMPLATE_INDEX" val="1"/>
  <p:tag name="KSO_WM_TEMPLATE_CATEGORY" val="custom"/>
</p:tagLst>
</file>

<file path=ppt/tags/tag114.xml><?xml version="1.0" encoding="utf-8"?>
<p:tagLst xmlns:p="http://schemas.openxmlformats.org/presentationml/2006/main">
  <p:tag name="KSO_WM_UNIT_ID" val="_3**"/>
  <p:tag name="KSO_WM_BEAUTIFY_FLAG" val="#wm#"/>
  <p:tag name="KSO_WM_TAG_VERSION" val="3.0"/>
  <p:tag name="KSO_WM_UNIT_LAYERLEVEL" val="1"/>
  <p:tag name="KSO_WM_TEMPLATE_INDEX" val="1"/>
  <p:tag name="KSO_WM_TEMPLATE_CATEGORY" val="custom"/>
</p:tagLst>
</file>

<file path=ppt/tags/tag115.xml><?xml version="1.0" encoding="utf-8"?>
<p:tagLst xmlns:p="http://schemas.openxmlformats.org/presentationml/2006/main">
  <p:tag name="KSO_WM_UNIT_ID" val="_3**"/>
  <p:tag name="KSO_WM_BEAUTIFY_FLAG" val="#wm#"/>
  <p:tag name="KSO_WM_TAG_VERSION" val="3.0"/>
  <p:tag name="KSO_WM_UNIT_LAYERLEVEL" val="1"/>
  <p:tag name="KSO_WM_TEMPLATE_INDEX" val="1"/>
  <p:tag name="KSO_WM_TEMPLATE_CATEGORY" val="custom"/>
</p:tagLst>
</file>

<file path=ppt/tags/tag116.xml><?xml version="1.0" encoding="utf-8"?>
<p:tagLst xmlns:p="http://schemas.openxmlformats.org/presentationml/2006/main">
  <p:tag name="KSO_WM_UNIT_ID" val="_3**"/>
  <p:tag name="KSO_WM_BEAUTIFY_FLAG" val="#wm#"/>
  <p:tag name="KSO_WM_TAG_VERSION" val="3.0"/>
  <p:tag name="KSO_WM_UNIT_LAYERLEVEL" val="1"/>
  <p:tag name="KSO_WM_TEMPLATE_INDEX" val="1"/>
  <p:tag name="KSO_WM_TEMPLATE_CATEGORY" val="custom"/>
</p:tagLst>
</file>

<file path=ppt/tags/tag117.xml><?xml version="1.0" encoding="utf-8"?>
<p:tagLst xmlns:p="http://schemas.openxmlformats.org/presentationml/2006/main">
  <p:tag name="KSO_WM_UNIT_ID" val="_3**"/>
  <p:tag name="KSO_WM_BEAUTIFY_FLAG" val="#wm#"/>
  <p:tag name="KSO_WM_TAG_VERSION" val="3.0"/>
  <p:tag name="KSO_WM_UNIT_LAYERLEVEL" val="1"/>
  <p:tag name="KSO_WM_TEMPLATE_INDEX" val="1"/>
  <p:tag name="KSO_WM_TEMPLATE_CATEGORY" val="custom"/>
</p:tagLst>
</file>

<file path=ppt/tags/tag118.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19.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20.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21.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22.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23.xml><?xml version="1.0" encoding="utf-8"?>
<p:tagLst xmlns:p="http://schemas.openxmlformats.org/presentationml/2006/main">
  <p:tag name="KSO_WM_UNIT_ID" val="_4**"/>
  <p:tag name="KSO_WM_BEAUTIFY_FLAG" val="#wm#"/>
  <p:tag name="KSO_WM_TAG_VERSION" val="3.0"/>
  <p:tag name="KSO_WM_UNIT_LAYERLEVEL" val="1"/>
  <p:tag name="KSO_WM_TEMPLATE_INDEX" val="1"/>
  <p:tag name="KSO_WM_TEMPLATE_CATEGORY" val="custom"/>
</p:tagLst>
</file>

<file path=ppt/tags/tag124.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25.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26.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27.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28.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29.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30.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31.xml><?xml version="1.0" encoding="utf-8"?>
<p:tagLst xmlns:p="http://schemas.openxmlformats.org/presentationml/2006/main">
  <p:tag name="KSO_WM_UNIT_ID" val="_5**"/>
  <p:tag name="KSO_WM_BEAUTIFY_FLAG" val="#wm#"/>
  <p:tag name="KSO_WM_TAG_VERSION" val="3.0"/>
  <p:tag name="KSO_WM_UNIT_LAYERLEVEL" val="1"/>
  <p:tag name="KSO_WM_TEMPLATE_INDEX" val="1"/>
  <p:tag name="KSO_WM_TEMPLATE_CATEGORY" val="custom"/>
</p:tagLst>
</file>

<file path=ppt/tags/tag132.xml><?xml version="1.0" encoding="utf-8"?>
<p:tagLst xmlns:p="http://schemas.openxmlformats.org/presentationml/2006/main">
  <p:tag name="KSO_WM_UNIT_ID" val="_6**"/>
  <p:tag name="KSO_WM_BEAUTIFY_FLAG" val="#wm#"/>
  <p:tag name="KSO_WM_TAG_VERSION" val="3.0"/>
  <p:tag name="KSO_WM_UNIT_LAYERLEVEL" val="1"/>
  <p:tag name="KSO_WM_TEMPLATE_INDEX" val="1"/>
  <p:tag name="KSO_WM_TEMPLATE_CATEGORY" val="custom"/>
</p:tagLst>
</file>

<file path=ppt/tags/tag133.xml><?xml version="1.0" encoding="utf-8"?>
<p:tagLst xmlns:p="http://schemas.openxmlformats.org/presentationml/2006/main">
  <p:tag name="KSO_WM_UNIT_ID" val="_6**"/>
  <p:tag name="KSO_WM_BEAUTIFY_FLAG" val="#wm#"/>
  <p:tag name="KSO_WM_TAG_VERSION" val="3.0"/>
  <p:tag name="KSO_WM_UNIT_LAYERLEVEL" val="1"/>
  <p:tag name="KSO_WM_TEMPLATE_INDEX" val="1"/>
  <p:tag name="KSO_WM_TEMPLATE_CATEGORY" val="custom"/>
</p:tagLst>
</file>

<file path=ppt/tags/tag134.xml><?xml version="1.0" encoding="utf-8"?>
<p:tagLst xmlns:p="http://schemas.openxmlformats.org/presentationml/2006/main">
  <p:tag name="KSO_WM_UNIT_ID" val="_6**"/>
  <p:tag name="KSO_WM_BEAUTIFY_FLAG" val="#wm#"/>
  <p:tag name="KSO_WM_TAG_VERSION" val="3.0"/>
  <p:tag name="KSO_WM_UNIT_LAYERLEVEL" val="1"/>
  <p:tag name="KSO_WM_TEMPLATE_INDEX" val="1"/>
  <p:tag name="KSO_WM_TEMPLATE_CATEGORY" val="custom"/>
</p:tagLst>
</file>

<file path=ppt/tags/tag135.xml><?xml version="1.0" encoding="utf-8"?>
<p:tagLst xmlns:p="http://schemas.openxmlformats.org/presentationml/2006/main">
  <p:tag name="KSO_WM_UNIT_ID" val="_6**"/>
  <p:tag name="KSO_WM_BEAUTIFY_FLAG" val="#wm#"/>
  <p:tag name="KSO_WM_TAG_VERSION" val="3.0"/>
  <p:tag name="KSO_WM_UNIT_LAYERLEVEL" val="1"/>
  <p:tag name="KSO_WM_TEMPLATE_INDEX" val="1"/>
  <p:tag name="KSO_WM_TEMPLATE_CATEGORY" val="custom"/>
</p:tagLst>
</file>

<file path=ppt/tags/tag136.xml><?xml version="1.0" encoding="utf-8"?>
<p:tagLst xmlns:p="http://schemas.openxmlformats.org/presentationml/2006/main">
  <p:tag name="KSO_WM_UNIT_ID" val="_7**"/>
  <p:tag name="KSO_WM_BEAUTIFY_FLAG" val="#wm#"/>
  <p:tag name="KSO_WM_TAG_VERSION" val="3.0"/>
  <p:tag name="KSO_WM_UNIT_LAYERLEVEL" val="1"/>
  <p:tag name="KSO_WM_TEMPLATE_INDEX" val="1"/>
  <p:tag name="KSO_WM_TEMPLATE_CATEGORY" val="custom"/>
</p:tagLst>
</file>

<file path=ppt/tags/tag137.xml><?xml version="1.0" encoding="utf-8"?>
<p:tagLst xmlns:p="http://schemas.openxmlformats.org/presentationml/2006/main">
  <p:tag name="KSO_WM_UNIT_ID" val="_7**"/>
  <p:tag name="KSO_WM_BEAUTIFY_FLAG" val="#wm#"/>
  <p:tag name="KSO_WM_TAG_VERSION" val="3.0"/>
  <p:tag name="KSO_WM_UNIT_LAYERLEVEL" val="1"/>
  <p:tag name="KSO_WM_TEMPLATE_INDEX" val="1"/>
  <p:tag name="KSO_WM_TEMPLATE_CATEGORY" val="custom"/>
</p:tagLst>
</file>

<file path=ppt/tags/tag138.xml><?xml version="1.0" encoding="utf-8"?>
<p:tagLst xmlns:p="http://schemas.openxmlformats.org/presentationml/2006/main">
  <p:tag name="KSO_WM_UNIT_ID" val="_7**"/>
  <p:tag name="KSO_WM_BEAUTIFY_FLAG" val="#wm#"/>
  <p:tag name="KSO_WM_TAG_VERSION" val="3.0"/>
  <p:tag name="KSO_WM_UNIT_LAYERLEVEL" val="1"/>
  <p:tag name="KSO_WM_TEMPLATE_INDEX" val="1"/>
  <p:tag name="KSO_WM_TEMPLATE_CATEGORY" val="custom"/>
</p:tagLst>
</file>

<file path=ppt/tags/tag139.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0.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1.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2.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3.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4.xml><?xml version="1.0" encoding="utf-8"?>
<p:tagLst xmlns:p="http://schemas.openxmlformats.org/presentationml/2006/main">
  <p:tag name="KSO_WM_UNIT_ID" val="_8**"/>
  <p:tag name="KSO_WM_BEAUTIFY_FLAG" val="#wm#"/>
  <p:tag name="KSO_WM_TAG_VERSION" val="3.0"/>
  <p:tag name="KSO_WM_UNIT_LAYERLEVEL" val="1"/>
  <p:tag name="KSO_WM_TEMPLATE_INDEX" val="1"/>
  <p:tag name="KSO_WM_TEMPLATE_CATEGORY" val="custom"/>
</p:tagLst>
</file>

<file path=ppt/tags/tag145.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46.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47.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48.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49.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50.xml><?xml version="1.0" encoding="utf-8"?>
<p:tagLst xmlns:p="http://schemas.openxmlformats.org/presentationml/2006/main">
  <p:tag name="KSO_WM_UNIT_ID" val="_9**"/>
  <p:tag name="KSO_WM_BEAUTIFY_FLAG" val="#wm#"/>
  <p:tag name="KSO_WM_TAG_VERSION" val="3.0"/>
  <p:tag name="KSO_WM_UNIT_LAYERLEVEL" val="1"/>
  <p:tag name="KSO_WM_TEMPLATE_INDEX" val="1"/>
  <p:tag name="KSO_WM_TEMPLATE_CATEGORY" val="custom"/>
</p:tagLst>
</file>

<file path=ppt/tags/tag151.xml><?xml version="1.0" encoding="utf-8"?>
<p:tagLst xmlns:p="http://schemas.openxmlformats.org/presentationml/2006/main">
  <p:tag name="KSO_WM_UNIT_ID" val="_10**"/>
  <p:tag name="KSO_WM_BEAUTIFY_FLAG" val="#wm#"/>
  <p:tag name="KSO_WM_TAG_VERSION" val="3.0"/>
  <p:tag name="KSO_WM_UNIT_LAYERLEVEL" val="1"/>
  <p:tag name="KSO_WM_TEMPLATE_INDEX" val="1"/>
  <p:tag name="KSO_WM_TEMPLATE_CATEGORY" val="custom"/>
</p:tagLst>
</file>

<file path=ppt/tags/tag152.xml><?xml version="1.0" encoding="utf-8"?>
<p:tagLst xmlns:p="http://schemas.openxmlformats.org/presentationml/2006/main">
  <p:tag name="KSO_WM_UNIT_ID" val="_10**"/>
  <p:tag name="KSO_WM_BEAUTIFY_FLAG" val="#wm#"/>
  <p:tag name="KSO_WM_TAG_VERSION" val="3.0"/>
  <p:tag name="KSO_WM_UNIT_LAYERLEVEL" val="1"/>
  <p:tag name="KSO_WM_TEMPLATE_INDEX" val="1"/>
  <p:tag name="KSO_WM_TEMPLATE_CATEGORY" val="custom"/>
</p:tagLst>
</file>

<file path=ppt/tags/tag153.xml><?xml version="1.0" encoding="utf-8"?>
<p:tagLst xmlns:p="http://schemas.openxmlformats.org/presentationml/2006/main">
  <p:tag name="KSO_WM_UNIT_ID" val="_10**"/>
  <p:tag name="KSO_WM_BEAUTIFY_FLAG" val="#wm#"/>
  <p:tag name="KSO_WM_TAG_VERSION" val="3.0"/>
  <p:tag name="KSO_WM_UNIT_LAYERLEVEL" val="1"/>
  <p:tag name="KSO_WM_TEMPLATE_INDEX" val="1"/>
  <p:tag name="KSO_WM_TEMPLATE_CATEGORY" val="custom"/>
</p:tagLst>
</file>

<file path=ppt/tags/tag154.xml><?xml version="1.0" encoding="utf-8"?>
<p:tagLst xmlns:p="http://schemas.openxmlformats.org/presentationml/2006/main">
  <p:tag name="KSO_WM_UNIT_ID" val="_10**"/>
  <p:tag name="KSO_WM_BEAUTIFY_FLAG" val="#wm#"/>
  <p:tag name="KSO_WM_TAG_VERSION" val="3.0"/>
  <p:tag name="KSO_WM_UNIT_LAYERLEVEL" val="1"/>
  <p:tag name="KSO_WM_TEMPLATE_INDEX" val="1"/>
  <p:tag name="KSO_WM_TEMPLATE_CATEGORY" val="custom"/>
</p:tagLst>
</file>

<file path=ppt/tags/tag155.xml><?xml version="1.0" encoding="utf-8"?>
<p:tagLst xmlns:p="http://schemas.openxmlformats.org/presentationml/2006/main">
  <p:tag name="KSO_WM_UNIT_ID" val="_10**"/>
  <p:tag name="KSO_WM_BEAUTIFY_FLAG" val="#wm#"/>
  <p:tag name="KSO_WM_TAG_VERSION" val="3.0"/>
  <p:tag name="KSO_WM_UNIT_LAYERLEVEL" val="1"/>
  <p:tag name="KSO_WM_TEMPLATE_INDEX" val="1"/>
  <p:tag name="KSO_WM_TEMPLATE_CATEGORY" val="custom"/>
</p:tagLst>
</file>

<file path=ppt/tags/tag156.xml><?xml version="1.0" encoding="utf-8"?>
<p:tagLst xmlns:p="http://schemas.openxmlformats.org/presentationml/2006/main">
  <p:tag name="KSO_WM_UNIT_ID" val="_11**"/>
  <p:tag name="KSO_WM_BEAUTIFY_FLAG" val="#wm#"/>
  <p:tag name="KSO_WM_TAG_VERSION" val="3.0"/>
  <p:tag name="KSO_WM_UNIT_LAYERLEVEL" val="1"/>
  <p:tag name="KSO_WM_TEMPLATE_INDEX" val="1"/>
  <p:tag name="KSO_WM_TEMPLATE_CATEGORY" val="custom"/>
</p:tagLst>
</file>

<file path=ppt/tags/tag157.xml><?xml version="1.0" encoding="utf-8"?>
<p:tagLst xmlns:p="http://schemas.openxmlformats.org/presentationml/2006/main">
  <p:tag name="KSO_WM_UNIT_ID" val="_11**"/>
  <p:tag name="KSO_WM_BEAUTIFY_FLAG" val="#wm#"/>
  <p:tag name="KSO_WM_TAG_VERSION" val="3.0"/>
  <p:tag name="KSO_WM_UNIT_LAYERLEVEL" val="1"/>
  <p:tag name="KSO_WM_TEMPLATE_INDEX" val="1"/>
  <p:tag name="KSO_WM_TEMPLATE_CATEGORY" val="custom"/>
</p:tagLst>
</file>

<file path=ppt/tags/tag158.xml><?xml version="1.0" encoding="utf-8"?>
<p:tagLst xmlns:p="http://schemas.openxmlformats.org/presentationml/2006/main">
  <p:tag name="KSO_WM_UNIT_ID" val="_11**"/>
  <p:tag name="KSO_WM_BEAUTIFY_FLAG" val="#wm#"/>
  <p:tag name="KSO_WM_TAG_VERSION" val="3.0"/>
  <p:tag name="KSO_WM_UNIT_LAYERLEVEL" val="1"/>
  <p:tag name="KSO_WM_TEMPLATE_INDEX" val="1"/>
  <p:tag name="KSO_WM_TEMPLATE_CATEGORY" val="custom"/>
</p:tagLst>
</file>

<file path=ppt/tags/tag159.xml><?xml version="1.0" encoding="utf-8"?>
<p:tagLst xmlns:p="http://schemas.openxmlformats.org/presentationml/2006/main">
  <p:tag name="KSO_WM_UNIT_ID" val="_11**"/>
  <p:tag name="KSO_WM_BEAUTIFY_FLAG" val="#wm#"/>
  <p:tag name="KSO_WM_TAG_VERSION" val="3.0"/>
  <p:tag name="KSO_WM_UNIT_LAYERLEVEL" val="1"/>
  <p:tag name="KSO_WM_TEMPLATE_INDEX" val="1"/>
  <p:tag name="KSO_WM_TEMPLATE_CATEGORY" val="custom"/>
</p:tagLst>
</file>

<file path=ppt/tags/tag160.xml><?xml version="1.0" encoding="utf-8"?>
<p:tagLst xmlns:p="http://schemas.openxmlformats.org/presentationml/2006/main">
  <p:tag name="KSO_WM_UNIT_ID" val="_11**"/>
  <p:tag name="KSO_WM_BEAUTIFY_FLAG" val="#wm#"/>
  <p:tag name="KSO_WM_TAG_VERSION" val="3.0"/>
  <p:tag name="KSO_WM_UNIT_LAYERLEVEL" val="1"/>
  <p:tag name="KSO_WM_TEMPLATE_INDEX" val="1"/>
  <p:tag name="KSO_WM_TEMPLATE_CATEGORY" val="custom"/>
</p:tagLst>
</file>

<file path=ppt/tags/tag161.xml><?xml version="1.0" encoding="utf-8"?>
<p:tagLst xmlns:p="http://schemas.openxmlformats.org/presentationml/2006/main">
  <p:tag name="KSO_WM_UNIT_ID" val="_0**"/>
  <p:tag name="KSO_WM_BEAUTIFY_FLAG" val="#wm#"/>
  <p:tag name="KSO_WM_TAG_VERSION" val="3.0"/>
  <p:tag name="KSO_WM_UNIT_LAYERLEVEL" val="1"/>
  <p:tag name="KSO_WM_TEMPLATE_INDEX" val="1"/>
  <p:tag name="KSO_WM_TEMPLATE_CATEGORY" val="custom"/>
</p:tagLst>
</file>

<file path=ppt/tags/tag162.xml><?xml version="1.0" encoding="utf-8"?>
<p:tagLst xmlns:p="http://schemas.openxmlformats.org/presentationml/2006/main">
  <p:tag name="KSO_WM_UNIT_ID" val="_0**"/>
  <p:tag name="KSO_WM_BEAUTIFY_FLAG" val="#wm#"/>
  <p:tag name="KSO_WM_TAG_VERSION" val="3.0"/>
  <p:tag name="KSO_WM_UNIT_LAYERLEVEL" val="1"/>
  <p:tag name="KSO_WM_TEMPLATE_INDEX" val="1"/>
  <p:tag name="KSO_WM_TEMPLATE_CATEGORY" val="custom"/>
</p:tagLst>
</file>

<file path=ppt/tags/tag163.xml><?xml version="1.0" encoding="utf-8"?>
<p:tagLst xmlns:p="http://schemas.openxmlformats.org/presentationml/2006/main">
  <p:tag name="KSO_WM_UNIT_ID" val="_0**"/>
  <p:tag name="KSO_WM_BEAUTIFY_FLAG" val="#wm#"/>
  <p:tag name="KSO_WM_TAG_VERSION" val="3.0"/>
  <p:tag name="KSO_WM_UNIT_LAYERLEVEL" val="1"/>
  <p:tag name="KSO_WM_TEMPLATE_INDEX" val="1"/>
  <p:tag name="KSO_WM_TEMPLATE_CATEGORY" val="custom"/>
</p:tagLst>
</file>

<file path=ppt/tags/tag164.xml><?xml version="1.0" encoding="utf-8"?>
<p:tagLst xmlns:p="http://schemas.openxmlformats.org/presentationml/2006/main">
  <p:tag name="KSO_WM_UNIT_ID" val="_0**"/>
  <p:tag name="KSO_WM_BEAUTIFY_FLAG" val="#wm#"/>
  <p:tag name="KSO_WM_TAG_VERSION" val="3.0"/>
  <p:tag name="KSO_WM_UNIT_LAYERLEVEL" val="1"/>
  <p:tag name="KSO_WM_TEMPLATE_INDEX" val="1"/>
  <p:tag name="KSO_WM_TEMPLATE_CATEGORY" val="custom"/>
</p:tagLst>
</file>

<file path=ppt/tags/tag165.xml><?xml version="1.0" encoding="utf-8"?>
<p:tagLst xmlns:p="http://schemas.openxmlformats.org/presentationml/2006/main">
  <p:tag name="KSO_WM_UNIT_ID" val="_0**"/>
  <p:tag name="KSO_WM_BEAUTIFY_FLAG" val="#wm#"/>
  <p:tag name="KSO_WM_TAG_VERSION" val="3.0"/>
  <p:tag name="KSO_WM_UNIT_LAYERLEVEL" val="1"/>
  <p:tag name="KSO_WM_TEMPLATE_INDEX" val="1"/>
  <p:tag name="KSO_WM_TEMPLATE_CATEGORY" val="custom"/>
</p:tagLst>
</file>

<file path=ppt/tags/tag166.xml><?xml version="1.0" encoding="utf-8"?>
<p:tagLst xmlns:p="http://schemas.openxmlformats.org/presentationml/2006/main">
  <p:tag name="KSO_WM_AITEMPLATE_STYLE_ID" val="0"/>
</p:tagLst>
</file>

<file path=ppt/tags/tag167.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1*i*1"/>
  <p:tag name="KSO_WM_UNIT_LAYERLEVEL" val="1"/>
</p:tagLst>
</file>

<file path=ppt/tags/tag168.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1*d*1"/>
  <p:tag name="KSO_WM_UNIT_LAYERLEVEL" val="1"/>
</p:tagLst>
</file>

<file path=ppt/tags/tag169.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UNIT_ID" val="custom1_1*a*1"/>
  <p:tag name="KSO_WM_TEMPLATE_INDEX" val="1"/>
  <p:tag name="KSO_WM_TEMPLATE_CATEGORY" val="custom"/>
  <p:tag name="KSO_WM_UNIT_LAYERLEVEL" val="1"/>
</p:tagLst>
</file>

<file path=ppt/tags/tag170.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1*j*1"/>
  <p:tag name="KSO_WM_UNIT_LAYERLEVEL" val="1"/>
</p:tagLst>
</file>

<file path=ppt/tags/tag171.xml><?xml version="1.0" encoding="utf-8"?>
<p:tagLst xmlns:p="http://schemas.openxmlformats.org/presentationml/2006/main">
  <p:tag name="KSO_WM_UNIT_TYPE" val="b"/>
  <p:tag name="KSO_WM_UNIT_INDEX" val="1"/>
  <p:tag name="KSO_WM_BEAUTIFY_FLAG" val="#wm#"/>
  <p:tag name="KSO_WM_TAG_VERSION" val="3.0"/>
  <p:tag name="KSO_WM_TEMPLATE_NEED_RESERVE" val="1"/>
  <p:tag name="KSO_WM_TEMPLATE_INDEX" val="1"/>
  <p:tag name="KSO_WM_TEMPLATE_CATEGORY" val="custom"/>
  <p:tag name="KSO_WM_UNIT_ID" val="custom1_1*b*1"/>
  <p:tag name="KSO_WM_UNIT_LAYERLEVEL" val="1"/>
</p:tagLst>
</file>

<file path=ppt/tags/tag1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TEMPLATE_INDEX" val="1"/>
  <p:tag name="KSO_WM_TEMPLATE_CATEGORY" val="custom"/>
  <p:tag name="KSO_WM_UNIT_ID" val="custom1_1*f*1"/>
  <p:tag name="KSO_WM_UNIT_LAYERLEVEL" val="1"/>
</p:tagLst>
</file>

<file path=ppt/tags/tag173.xml><?xml version="1.0" encoding="utf-8"?>
<p:tagLst xmlns:p="http://schemas.openxmlformats.org/presentationml/2006/main">
  <p:tag name="KSO_WM_SLIDE_TYPE" val="title"/>
  <p:tag name="KSO_WM_TEMPLATE_SUBCATEGORY" val="29"/>
  <p:tag name="KSO_WM_TEMPLATE_COLOR_TYPE" val="0"/>
  <p:tag name="KSO_WM_TAG_VERSION" val="3.0"/>
  <p:tag name="KSO_WM_TEMPLATE_PLACEHOLDER_POS" val="154,165,802,343.125"/>
  <p:tag name="KSO_WM_SLIDE_SUBTYPE" val="pureTxt"/>
  <p:tag name="KSO_WM_SLIDE_ITEM_CNT" val="0"/>
  <p:tag name="KSO_WM_TEMPLATE_INDEX" val="1"/>
  <p:tag name="KSO_WM_SLIDE_THEME_ID" val="20234894"/>
  <p:tag name="KSO_WM_SLIDE_INDEX" val="1"/>
  <p:tag name="KSO_WM_BEAUTIFY_FLAG" val="#wm#"/>
  <p:tag name="KSO_WM_TEMPLATE_CATEGORY" val="custom"/>
  <p:tag name="KSO_WM_TEMPLATE_THUMBS_INDEX" val="1、5"/>
  <p:tag name="KSO_WM_SLIDE_ID" val="custom1_1"/>
  <p:tag name="KSO_WM_SLIDE_LAYOUT" val="a_b_d_f_i_j"/>
  <p:tag name="KSO_WM_SLIDE_LAYOUT_CNT" val="1_1_1_1_1_1"/>
</p:tagLst>
</file>

<file path=ppt/tags/tag174.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UNIT_ISCONTENTSTITLE" val="1"/>
  <p:tag name="KSO_WM_TEMPLATE_INDEX" val="1"/>
  <p:tag name="KSO_WM_TEMPLATE_CATEGORY" val="custom"/>
  <p:tag name="KSO_WM_UNIT_ID" val="custom1_2*i*2"/>
  <p:tag name="KSO_WM_DIAGRAM_GROUP_CODE" val="l1-1"/>
  <p:tag name="KSO_WM_DIAGRAM_COLOR_TRICK" val="1"/>
  <p:tag name="KSO_WM_DIAGRAM_COLOR_TEXT_CAN_REMOVE" val="n"/>
  <p:tag name="KSO_WM_UNIT_LAYERLEVEL" val="1"/>
</p:tagLst>
</file>

<file path=ppt/tags/tag175.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2*a*1"/>
  <p:tag name="KSO_WM_DIAGRAM_GROUP_CODE" val="l1-1"/>
  <p:tag name="KSO_WM_DIAGRAM_COLOR_TRICK" val="1"/>
  <p:tag name="KSO_WM_DIAGRAM_COLOR_TEXT_CAN_REMOVE" val="n"/>
  <p:tag name="KSO_WM_UNIT_ISCONTENTSTITLE" val="1"/>
  <p:tag name="KSO_WM_UNIT_LAYERLEVEL" val="1"/>
</p:tagLst>
</file>

<file path=ppt/tags/tag176.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UNIT_ISCONTENTSTITLE" val="1"/>
  <p:tag name="KSO_WM_TEMPLATE_INDEX" val="1"/>
  <p:tag name="KSO_WM_TEMPLATE_CATEGORY" val="custom"/>
  <p:tag name="KSO_WM_UNIT_ID" val="custom1_2*i*1"/>
  <p:tag name="KSO_WM_DIAGRAM_GROUP_CODE" val="l1-1"/>
  <p:tag name="KSO_WM_DIAGRAM_COLOR_TRICK" val="1"/>
  <p:tag name="KSO_WM_DIAGRAM_COLOR_TEXT_CAN_REMOVE" val="n"/>
  <p:tag name="KSO_WM_UNIT_LAYERLEVEL" val="1"/>
</p:tagLst>
</file>

<file path=ppt/tags/tag177.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UNIT_ISCONTENTSTITLE" val="1"/>
  <p:tag name="KSO_WM_TEMPLATE_INDEX" val="1"/>
  <p:tag name="KSO_WM_TEMPLATE_CATEGORY" val="custom"/>
  <p:tag name="KSO_WM_UNIT_ID" val="custom1_2*d*1"/>
  <p:tag name="KSO_WM_DIAGRAM_GROUP_CODE" val="l1-1"/>
  <p:tag name="KSO_WM_DIAGRAM_COLOR_TRICK" val="1"/>
  <p:tag name="KSO_WM_DIAGRAM_COLOR_TEXT_CAN_REMOVE" val="n"/>
  <p:tag name="KSO_WM_UNIT_LAYERLEVEL" val="1"/>
</p:tagLst>
</file>

<file path=ppt/tags/tag178.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1_2"/>
  <p:tag name="KSO_WM_DIAGRAM_GROUP_CODE" val="l1-1"/>
  <p:tag name="KSO_WM_DIAGRAM_COLOR_TRICK" val="1"/>
  <p:tag name="KSO_WM_DIAGRAM_COLOR_TEXT_CAN_REMOVE" val="n"/>
  <p:tag name="KSO_WM_UNIT_LAYERLEVEL" val="1_1_1"/>
  <p:tag name="KSO_WM_SLIDE_FIGMA_DIAGRAM" val="1"/>
</p:tagLst>
</file>

<file path=ppt/tags/tag179.xml><?xml version="1.0" encoding="utf-8"?>
<p:tagLst xmlns:p="http://schemas.openxmlformats.org/presentationml/2006/main">
  <p:tag name="KSO_WM_UNIT_TYPE" val="l_h_a"/>
  <p:tag name="KSO_WM_UNIT_SUBTYPE" val="a"/>
  <p:tag name="KSO_WM_UNIT_INDEX" val="1_1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1_1"/>
  <p:tag name="KSO_WM_DIAGRAM_GROUP_CODE" val="l1-1"/>
  <p:tag name="KSO_WM_DIAGRAM_COLOR_TRICK" val="1"/>
  <p:tag name="KSO_WM_DIAGRAM_COLOR_TEXT_CAN_REMOVE" val="n"/>
  <p:tag name="KSO_WM_UNIT_LAYERLEVEL" val="1_1_1"/>
  <p:tag name="KSO_WM_SLIDE_FIGMA_DIAGRAM" val="1"/>
</p:tagLst>
</file>

<file path=ppt/tags/tag180.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01"/>
  <p:tag name="KSO_WM_UNIT_ISCONTENTSTITLE" val="1"/>
  <p:tag name="KSO_WM_TEMPLATE_INDEX" val="1"/>
  <p:tag name="KSO_WM_TEMPLATE_CATEGORY" val="custom"/>
  <p:tag name="KSO_WM_UNIT_ID" val="custom1_2*l_h_i*1_1_1"/>
  <p:tag name="KSO_WM_DIAGRAM_GROUP_CODE" val="l1-1"/>
  <p:tag name="KSO_WM_DIAGRAM_COLOR_TRICK" val="1"/>
  <p:tag name="KSO_WM_DIAGRAM_COLOR_TEXT_CAN_REMOVE" val="n"/>
  <p:tag name="KSO_WM_UNIT_LAYERLEVEL" val="1_1_1"/>
  <p:tag name="KSO_WM_SLIDE_FIGMA_DIAGRAM" val="1"/>
</p:tagLst>
</file>

<file path=ppt/tags/tag181.xml><?xml version="1.0" encoding="utf-8"?>
<p:tagLst xmlns:p="http://schemas.openxmlformats.org/presentationml/2006/main">
  <p:tag name="KSO_WM_UNIT_TYPE" val="l_h_i"/>
  <p:tag name="KSO_WM_UNIT_SUBTYPE" val="h"/>
  <p:tag name="KSO_WM_UNIT_INDEX" val="1_4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4_2"/>
  <p:tag name="KSO_WM_DIAGRAM_GROUP_CODE" val="l1-1"/>
  <p:tag name="KSO_WM_DIAGRAM_COLOR_TRICK" val="1"/>
  <p:tag name="KSO_WM_DIAGRAM_COLOR_TEXT_CAN_REMOVE" val="n"/>
  <p:tag name="KSO_WM_UNIT_LAYERLEVEL" val="1_1_1"/>
  <p:tag name="KSO_WM_SLIDE_FIGMA_DIAGRAM" val="1"/>
</p:tagLst>
</file>

<file path=ppt/tags/tag182.xml><?xml version="1.0" encoding="utf-8"?>
<p:tagLst xmlns:p="http://schemas.openxmlformats.org/presentationml/2006/main">
  <p:tag name="KSO_WM_UNIT_TYPE" val="l_h_a"/>
  <p:tag name="KSO_WM_UNIT_SUBTYPE" val="a"/>
  <p:tag name="KSO_WM_UNIT_INDEX" val="1_4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4_1"/>
  <p:tag name="KSO_WM_DIAGRAM_GROUP_CODE" val="l1-1"/>
  <p:tag name="KSO_WM_DIAGRAM_COLOR_TRICK" val="1"/>
  <p:tag name="KSO_WM_DIAGRAM_COLOR_TEXT_CAN_REMOVE" val="n"/>
  <p:tag name="KSO_WM_UNIT_LAYERLEVEL" val="1_1_1"/>
  <p:tag name="KSO_WM_SLIDE_FIGMA_DIAGRAM" val="1"/>
</p:tagLst>
</file>

<file path=ppt/tags/tag183.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TEMPLATE_NEED_RESERVE" val="1"/>
  <p:tag name="KSO_WM_DIAGRAM_VERSION" val="3"/>
  <p:tag name="KSO_WM_UNIT_PRESET_TEXT" val="04"/>
  <p:tag name="KSO_WM_UNIT_ISCONTENTSTITLE" val="1"/>
  <p:tag name="KSO_WM_TEMPLATE_INDEX" val="1"/>
  <p:tag name="KSO_WM_TEMPLATE_CATEGORY" val="custom"/>
  <p:tag name="KSO_WM_UNIT_ID" val="custom1_2*l_h_i*1_4_1"/>
  <p:tag name="KSO_WM_DIAGRAM_GROUP_CODE" val="l1-1"/>
  <p:tag name="KSO_WM_DIAGRAM_COLOR_TRICK" val="1"/>
  <p:tag name="KSO_WM_DIAGRAM_COLOR_TEXT_CAN_REMOVE" val="n"/>
  <p:tag name="KSO_WM_UNIT_LAYERLEVEL" val="1_1_1"/>
  <p:tag name="KSO_WM_SLIDE_FIGMA_DIAGRAM" val="1"/>
</p:tagLst>
</file>

<file path=ppt/tags/tag184.xml><?xml version="1.0" encoding="utf-8"?>
<p:tagLst xmlns:p="http://schemas.openxmlformats.org/presentationml/2006/main">
  <p:tag name="KSO_WM_UNIT_TYPE" val="l_h_i"/>
  <p:tag name="KSO_WM_UNIT_SUBTYPE" val="h"/>
  <p:tag name="KSO_WM_UNIT_INDEX" val="1_3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3_2"/>
  <p:tag name="KSO_WM_DIAGRAM_GROUP_CODE" val="l1-1"/>
  <p:tag name="KSO_WM_DIAGRAM_COLOR_TRICK" val="1"/>
  <p:tag name="KSO_WM_DIAGRAM_COLOR_TEXT_CAN_REMOVE" val="n"/>
  <p:tag name="KSO_WM_UNIT_LAYERLEVEL" val="1_1_1"/>
  <p:tag name="KSO_WM_SLIDE_FIGMA_DIAGRAM" val="1"/>
</p:tagLst>
</file>

<file path=ppt/tags/tag185.xml><?xml version="1.0" encoding="utf-8"?>
<p:tagLst xmlns:p="http://schemas.openxmlformats.org/presentationml/2006/main">
  <p:tag name="KSO_WM_UNIT_TYPE" val="l_h_a"/>
  <p:tag name="KSO_WM_UNIT_SUBTYPE" val="a"/>
  <p:tag name="KSO_WM_UNIT_INDEX" val="1_3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3_1"/>
  <p:tag name="KSO_WM_DIAGRAM_GROUP_CODE" val="l1-1"/>
  <p:tag name="KSO_WM_DIAGRAM_COLOR_TRICK" val="1"/>
  <p:tag name="KSO_WM_DIAGRAM_COLOR_TEXT_CAN_REMOVE" val="n"/>
  <p:tag name="KSO_WM_UNIT_LAYERLEVEL" val="1_1_1"/>
  <p:tag name="KSO_WM_SLIDE_FIGMA_DIAGRAM" val="1"/>
</p:tagLst>
</file>

<file path=ppt/tags/tag186.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TEMPLATE_NEED_RESERVE" val="1"/>
  <p:tag name="KSO_WM_DIAGRAM_VERSION" val="3"/>
  <p:tag name="KSO_WM_UNIT_PRESET_TEXT" val="03"/>
  <p:tag name="KSO_WM_UNIT_ISCONTENTSTITLE" val="1"/>
  <p:tag name="KSO_WM_TEMPLATE_INDEX" val="1"/>
  <p:tag name="KSO_WM_TEMPLATE_CATEGORY" val="custom"/>
  <p:tag name="KSO_WM_UNIT_ID" val="custom1_2*l_h_i*1_3_1"/>
  <p:tag name="KSO_WM_DIAGRAM_GROUP_CODE" val="l1-1"/>
  <p:tag name="KSO_WM_DIAGRAM_COLOR_TRICK" val="1"/>
  <p:tag name="KSO_WM_DIAGRAM_COLOR_TEXT_CAN_REMOVE" val="n"/>
  <p:tag name="KSO_WM_UNIT_LAYERLEVEL" val="1_1_1"/>
  <p:tag name="KSO_WM_SLIDE_FIGMA_DIAGRAM" val="1"/>
</p:tagLst>
</file>

<file path=ppt/tags/tag187.xml><?xml version="1.0" encoding="utf-8"?>
<p:tagLst xmlns:p="http://schemas.openxmlformats.org/presentationml/2006/main">
  <p:tag name="KSO_WM_UNIT_TYPE" val="l_h_i"/>
  <p:tag name="KSO_WM_UNIT_SUBTYPE" val="h"/>
  <p:tag name="KSO_WM_UNIT_INDEX" val="1_2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2_2"/>
  <p:tag name="KSO_WM_DIAGRAM_GROUP_CODE" val="l1-1"/>
  <p:tag name="KSO_WM_DIAGRAM_COLOR_TRICK" val="1"/>
  <p:tag name="KSO_WM_DIAGRAM_COLOR_TEXT_CAN_REMOVE" val="n"/>
  <p:tag name="KSO_WM_UNIT_LAYERLEVEL" val="1_1_1"/>
  <p:tag name="KSO_WM_SLIDE_FIGMA_DIAGRAM" val="1"/>
</p:tagLst>
</file>

<file path=ppt/tags/tag188.xml><?xml version="1.0" encoding="utf-8"?>
<p:tagLst xmlns:p="http://schemas.openxmlformats.org/presentationml/2006/main">
  <p:tag name="KSO_WM_UNIT_TYPE" val="l_h_a"/>
  <p:tag name="KSO_WM_UNIT_SUBTYPE" val="a"/>
  <p:tag name="KSO_WM_UNIT_INDEX" val="1_2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2_1"/>
  <p:tag name="KSO_WM_DIAGRAM_GROUP_CODE" val="l1-1"/>
  <p:tag name="KSO_WM_DIAGRAM_COLOR_TRICK" val="1"/>
  <p:tag name="KSO_WM_DIAGRAM_COLOR_TEXT_CAN_REMOVE" val="n"/>
  <p:tag name="KSO_WM_UNIT_LAYERLEVEL" val="1_1_1"/>
  <p:tag name="KSO_WM_SLIDE_FIGMA_DIAGRAM" val="1"/>
</p:tagLst>
</file>

<file path=ppt/tags/tag189.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TEMPLATE_NEED_RESERVE" val="1"/>
  <p:tag name="KSO_WM_DIAGRAM_VERSION" val="3"/>
  <p:tag name="KSO_WM_UNIT_PRESET_TEXT" val="02"/>
  <p:tag name="KSO_WM_UNIT_ISCONTENTSTITLE" val="1"/>
  <p:tag name="KSO_WM_TEMPLATE_INDEX" val="1"/>
  <p:tag name="KSO_WM_TEMPLATE_CATEGORY" val="custom"/>
  <p:tag name="KSO_WM_UNIT_ID" val="custom1_2*l_h_i*1_2_1"/>
  <p:tag name="KSO_WM_DIAGRAM_GROUP_CODE" val="l1-1"/>
  <p:tag name="KSO_WM_DIAGRAM_COLOR_TRICK" val="1"/>
  <p:tag name="KSO_WM_DIAGRAM_COLOR_TEXT_CAN_REMOVE" val="n"/>
  <p:tag name="KSO_WM_UNIT_LAYERLEVEL" val="1_1_1"/>
  <p:tag name="KSO_WM_SLIDE_FIGMA_DIAGRAM" val="1"/>
</p:tagLst>
</file>

<file path=ppt/tags/tag190.xml><?xml version="1.0" encoding="utf-8"?>
<p:tagLst xmlns:p="http://schemas.openxmlformats.org/presentationml/2006/main">
  <p:tag name="KSO_WM_UNIT_TYPE" val="l_h_i"/>
  <p:tag name="KSO_WM_UNIT_SUBTYPE" val="h"/>
  <p:tag name="KSO_WM_UNIT_INDEX" val="1_1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1_2"/>
  <p:tag name="KSO_WM_DIAGRAM_GROUP_CODE" val="l1-1"/>
  <p:tag name="KSO_WM_DIAGRAM_COLOR_TRICK" val="1"/>
  <p:tag name="KSO_WM_DIAGRAM_COLOR_TEXT_CAN_REMOVE" val="n"/>
  <p:tag name="KSO_WM_UNIT_LAYERLEVEL" val="1_1_1"/>
  <p:tag name="KSO_WM_SLIDE_FIGMA_DIAGRAM" val="1"/>
</p:tagLst>
</file>

<file path=ppt/tags/tag191.xml><?xml version="1.0" encoding="utf-8"?>
<p:tagLst xmlns:p="http://schemas.openxmlformats.org/presentationml/2006/main">
  <p:tag name="KSO_WM_UNIT_TYPE" val="l_h_a"/>
  <p:tag name="KSO_WM_UNIT_SUBTYPE" val="a"/>
  <p:tag name="KSO_WM_UNIT_INDEX" val="1_1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1_1"/>
  <p:tag name="KSO_WM_DIAGRAM_GROUP_CODE" val="l1-1"/>
  <p:tag name="KSO_WM_DIAGRAM_COLOR_TRICK" val="1"/>
  <p:tag name="KSO_WM_DIAGRAM_COLOR_TEXT_CAN_REMOVE" val="n"/>
  <p:tag name="KSO_WM_UNIT_LAYERLEVEL" val="1_1_1"/>
  <p:tag name="KSO_WM_SLIDE_FIGMA_DIAGRAM" val="1"/>
</p:tagLst>
</file>

<file path=ppt/tags/tag192.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TEMPLATE_NEED_RESERVE" val="1"/>
  <p:tag name="KSO_WM_DIAGRAM_VERSION" val="3"/>
  <p:tag name="KSO_WM_UNIT_PRESET_TEXT" val="01"/>
  <p:tag name="KSO_WM_UNIT_ISCONTENTSTITLE" val="1"/>
  <p:tag name="KSO_WM_TEMPLATE_INDEX" val="1"/>
  <p:tag name="KSO_WM_TEMPLATE_CATEGORY" val="custom"/>
  <p:tag name="KSO_WM_UNIT_ID" val="custom1_2*l_h_i*1_1_1"/>
  <p:tag name="KSO_WM_DIAGRAM_GROUP_CODE" val="l1-1"/>
  <p:tag name="KSO_WM_DIAGRAM_COLOR_TRICK" val="1"/>
  <p:tag name="KSO_WM_DIAGRAM_COLOR_TEXT_CAN_REMOVE" val="n"/>
  <p:tag name="KSO_WM_UNIT_LAYERLEVEL" val="1_1_1"/>
  <p:tag name="KSO_WM_SLIDE_FIGMA_DIAGRAM" val="1"/>
</p:tagLst>
</file>

<file path=ppt/tags/tag193.xml><?xml version="1.0" encoding="utf-8"?>
<p:tagLst xmlns:p="http://schemas.openxmlformats.org/presentationml/2006/main">
  <p:tag name="KSO_WM_UNIT_TYPE" val="l_h_i"/>
  <p:tag name="KSO_WM_UNIT_SUBTYPE" val="h"/>
  <p:tag name="KSO_WM_UNIT_INDEX" val="1_4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4_2"/>
  <p:tag name="KSO_WM_DIAGRAM_GROUP_CODE" val="l1-1"/>
  <p:tag name="KSO_WM_DIAGRAM_COLOR_TRICK" val="1"/>
  <p:tag name="KSO_WM_DIAGRAM_COLOR_TEXT_CAN_REMOVE" val="n"/>
  <p:tag name="KSO_WM_UNIT_LAYERLEVEL" val="1_1_1"/>
  <p:tag name="KSO_WM_SLIDE_FIGMA_DIAGRAM" val="1"/>
</p:tagLst>
</file>

<file path=ppt/tags/tag194.xml><?xml version="1.0" encoding="utf-8"?>
<p:tagLst xmlns:p="http://schemas.openxmlformats.org/presentationml/2006/main">
  <p:tag name="KSO_WM_UNIT_TYPE" val="l_h_a"/>
  <p:tag name="KSO_WM_UNIT_SUBTYPE" val="a"/>
  <p:tag name="KSO_WM_UNIT_INDEX" val="1_4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4_1"/>
  <p:tag name="KSO_WM_DIAGRAM_GROUP_CODE" val="l1-1"/>
  <p:tag name="KSO_WM_DIAGRAM_COLOR_TRICK" val="1"/>
  <p:tag name="KSO_WM_DIAGRAM_COLOR_TEXT_CAN_REMOVE" val="n"/>
  <p:tag name="KSO_WM_UNIT_LAYERLEVEL" val="1_1_1"/>
  <p:tag name="KSO_WM_SLIDE_FIGMA_DIAGRAM" val="1"/>
</p:tagLst>
</file>

<file path=ppt/tags/tag195.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TEMPLATE_NEED_RESERVE" val="1"/>
  <p:tag name="KSO_WM_DIAGRAM_VERSION" val="3"/>
  <p:tag name="KSO_WM_UNIT_PRESET_TEXT" val="04"/>
  <p:tag name="KSO_WM_UNIT_ISCONTENTSTITLE" val="1"/>
  <p:tag name="KSO_WM_TEMPLATE_INDEX" val="1"/>
  <p:tag name="KSO_WM_TEMPLATE_CATEGORY" val="custom"/>
  <p:tag name="KSO_WM_UNIT_ID" val="custom1_2*l_h_i*1_4_1"/>
  <p:tag name="KSO_WM_DIAGRAM_GROUP_CODE" val="l1-1"/>
  <p:tag name="KSO_WM_DIAGRAM_COLOR_TRICK" val="1"/>
  <p:tag name="KSO_WM_DIAGRAM_COLOR_TEXT_CAN_REMOVE" val="n"/>
  <p:tag name="KSO_WM_UNIT_LAYERLEVEL" val="1_1_1"/>
  <p:tag name="KSO_WM_SLIDE_FIGMA_DIAGRAM" val="1"/>
</p:tagLst>
</file>

<file path=ppt/tags/tag196.xml><?xml version="1.0" encoding="utf-8"?>
<p:tagLst xmlns:p="http://schemas.openxmlformats.org/presentationml/2006/main">
  <p:tag name="KSO_WM_UNIT_TYPE" val="l_h_i"/>
  <p:tag name="KSO_WM_UNIT_SUBTYPE" val="h"/>
  <p:tag name="KSO_WM_UNIT_INDEX" val="1_3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3_2"/>
  <p:tag name="KSO_WM_DIAGRAM_GROUP_CODE" val="l1-1"/>
  <p:tag name="KSO_WM_DIAGRAM_COLOR_TRICK" val="1"/>
  <p:tag name="KSO_WM_DIAGRAM_COLOR_TEXT_CAN_REMOVE" val="n"/>
  <p:tag name="KSO_WM_UNIT_LAYERLEVEL" val="1_1_1"/>
  <p:tag name="KSO_WM_SLIDE_FIGMA_DIAGRAM" val="1"/>
</p:tagLst>
</file>

<file path=ppt/tags/tag197.xml><?xml version="1.0" encoding="utf-8"?>
<p:tagLst xmlns:p="http://schemas.openxmlformats.org/presentationml/2006/main">
  <p:tag name="KSO_WM_UNIT_TYPE" val="l_h_a"/>
  <p:tag name="KSO_WM_UNIT_SUBTYPE" val="a"/>
  <p:tag name="KSO_WM_UNIT_INDEX" val="1_3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3_1"/>
  <p:tag name="KSO_WM_DIAGRAM_GROUP_CODE" val="l1-1"/>
  <p:tag name="KSO_WM_DIAGRAM_COLOR_TRICK" val="1"/>
  <p:tag name="KSO_WM_DIAGRAM_COLOR_TEXT_CAN_REMOVE" val="n"/>
  <p:tag name="KSO_WM_UNIT_LAYERLEVEL" val="1_1_1"/>
  <p:tag name="KSO_WM_SLIDE_FIGMA_DIAGRAM" val="1"/>
</p:tagLst>
</file>

<file path=ppt/tags/tag198.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TEMPLATE_NEED_RESERVE" val="1"/>
  <p:tag name="KSO_WM_DIAGRAM_VERSION" val="3"/>
  <p:tag name="KSO_WM_UNIT_PRESET_TEXT" val="03"/>
  <p:tag name="KSO_WM_UNIT_ISCONTENTSTITLE" val="1"/>
  <p:tag name="KSO_WM_TEMPLATE_INDEX" val="1"/>
  <p:tag name="KSO_WM_TEMPLATE_CATEGORY" val="custom"/>
  <p:tag name="KSO_WM_UNIT_ID" val="custom1_2*l_h_i*1_3_1"/>
  <p:tag name="KSO_WM_DIAGRAM_GROUP_CODE" val="l1-1"/>
  <p:tag name="KSO_WM_DIAGRAM_COLOR_TRICK" val="1"/>
  <p:tag name="KSO_WM_DIAGRAM_COLOR_TEXT_CAN_REMOVE" val="n"/>
  <p:tag name="KSO_WM_UNIT_LAYERLEVEL" val="1_1_1"/>
  <p:tag name="KSO_WM_SLIDE_FIGMA_DIAGRAM" val="1"/>
</p:tagLst>
</file>

<file path=ppt/tags/tag199.xml><?xml version="1.0" encoding="utf-8"?>
<p:tagLst xmlns:p="http://schemas.openxmlformats.org/presentationml/2006/main">
  <p:tag name="KSO_WM_UNIT_TYPE" val="l_h_i"/>
  <p:tag name="KSO_WM_UNIT_SUBTYPE" val="h"/>
  <p:tag name="KSO_WM_UNIT_INDEX" val="1_2_2"/>
  <p:tag name="KSO_WM_BEAUTIFY_FLAG" val="#wm#"/>
  <p:tag name="KSO_WM_TAG_VERSION" val="3.0"/>
  <p:tag name="KSO_WM_TEMPLATE_NEED_RESERVE" val="1"/>
  <p:tag name="KSO_WM_DIAGRAM_VERSION" val="3"/>
  <p:tag name="KSO_WM_UNIT_ISCONTENTSTITLE" val="1"/>
  <p:tag name="KSO_WM_TEMPLATE_INDEX" val="1"/>
  <p:tag name="KSO_WM_TEMPLATE_CATEGORY" val="custom"/>
  <p:tag name="KSO_WM_UNIT_ID" val="custom1_2*l_h_i*1_2_2"/>
  <p:tag name="KSO_WM_DIAGRAM_GROUP_CODE" val="l1-1"/>
  <p:tag name="KSO_WM_DIAGRAM_COLOR_TRICK" val="1"/>
  <p:tag name="KSO_WM_DIAGRAM_COLOR_TEXT_CAN_REMOVE" val="n"/>
  <p:tag name="KSO_WM_UNIT_LAYERLEVEL" val="1_1_1"/>
  <p:tag name="KSO_WM_SLIDE_FIGMA_DIAGRAM" val="1"/>
</p:tagLst>
</file>

<file path=ppt/tags/tag200.xml><?xml version="1.0" encoding="utf-8"?>
<p:tagLst xmlns:p="http://schemas.openxmlformats.org/presentationml/2006/main">
  <p:tag name="KSO_WM_UNIT_TYPE" val="l_h_a"/>
  <p:tag name="KSO_WM_UNIT_SUBTYPE" val="a"/>
  <p:tag name="KSO_WM_UNIT_INDEX" val="1_2_1"/>
  <p:tag name="KSO_WM_BEAUTIFY_FLAG" val="#wm#"/>
  <p:tag name="KSO_WM_TAG_VERSION" val="3.0"/>
  <p:tag name="KSO_WM_TEMPLATE_NEED_RESERVE" val="1"/>
  <p:tag name="KSO_WM_DIAGRAM_VERSION" val="3"/>
  <p:tag name="KSO_WM_UNIT_PRESET_TEXT" val="请在此输入标题"/>
  <p:tag name="KSO_WM_UNIT_ISCONTENTSTITLE" val="1"/>
  <p:tag name="KSO_WM_TEMPLATE_INDEX" val="1"/>
  <p:tag name="KSO_WM_TEMPLATE_CATEGORY" val="custom"/>
  <p:tag name="KSO_WM_UNIT_ID" val="custom1_2*l_h_a*1_2_1"/>
  <p:tag name="KSO_WM_DIAGRAM_GROUP_CODE" val="l1-1"/>
  <p:tag name="KSO_WM_DIAGRAM_COLOR_TRICK" val="1"/>
  <p:tag name="KSO_WM_DIAGRAM_COLOR_TEXT_CAN_REMOVE" val="n"/>
  <p:tag name="KSO_WM_UNIT_LAYERLEVEL" val="1_1_1"/>
  <p:tag name="KSO_WM_SLIDE_FIGMA_DIAGRAM" val="1"/>
</p:tagLst>
</file>

<file path=ppt/tags/tag201.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TEMPLATE_NEED_RESERVE" val="1"/>
  <p:tag name="KSO_WM_DIAGRAM_VERSION" val="3"/>
  <p:tag name="KSO_WM_UNIT_PRESET_TEXT" val="02"/>
  <p:tag name="KSO_WM_UNIT_ISCONTENTSTITLE" val="1"/>
  <p:tag name="KSO_WM_TEMPLATE_INDEX" val="1"/>
  <p:tag name="KSO_WM_TEMPLATE_CATEGORY" val="custom"/>
  <p:tag name="KSO_WM_UNIT_ID" val="custom1_2*l_h_i*1_2_1"/>
  <p:tag name="KSO_WM_DIAGRAM_GROUP_CODE" val="l1-1"/>
  <p:tag name="KSO_WM_DIAGRAM_COLOR_TRICK" val="1"/>
  <p:tag name="KSO_WM_DIAGRAM_COLOR_TEXT_CAN_REMOVE" val="n"/>
  <p:tag name="KSO_WM_UNIT_LAYERLEVEL" val="1_1_1"/>
  <p:tag name="KSO_WM_SLIDE_FIGMA_DIAGRAM" val="1"/>
</p:tagLst>
</file>

<file path=ppt/tags/tag202.xml><?xml version="1.0" encoding="utf-8"?>
<p:tagLst xmlns:p="http://schemas.openxmlformats.org/presentationml/2006/main">
  <p:tag name="KSO_WM_SLIDE_TYPE" val="contents"/>
  <p:tag name="KSO_WM_TEMPLATE_SUBCATEGORY" val="29"/>
  <p:tag name="KSO_WM_TEMPLATE_COLOR_TYPE" val="0"/>
  <p:tag name="KSO_WM_TAG_VERSION" val="3.0"/>
  <p:tag name="KSO_WM_TEMPLATE_PLACEHOLDER_POS" val="126,20.625,834,391.875"/>
  <p:tag name="KSO_WM_TEMPLATE_PLACEHOLDER_POS2" val="126,77.5379,834,391.875"/>
  <p:tag name="KSO_WM_SLIDE_SUBTYPE" val="diag"/>
  <p:tag name="KSO_WM_SLIDE_ITEM_CNT" val="4"/>
  <p:tag name="KSO_WM_TEMPLATE_INDEX" val="1"/>
  <p:tag name="KSO_WM_SLIDE_THEME_ID" val="20237451"/>
  <p:tag name="KSO_WM_SLIDE_INDEX" val="2"/>
  <p:tag name="KSO_WM_BEAUTIFY_FLAG" val="#wm#"/>
  <p:tag name="KSO_WM_TEMPLATE_CATEGORY" val="custom"/>
  <p:tag name="KSO_WM_ASSEMBLE_CHIP_INDEX" val="diag"/>
  <p:tag name="KSO_WM_DIAGRAM_GROUP_CODE" val="l1-1"/>
  <p:tag name="KSO_WM_SLIDE_ID" val="custom1_2"/>
  <p:tag name="KSO_WM_SLIDE_LAYOUT" val="a_d_i_l"/>
  <p:tag name="KSO_WM_SLIDE_LAYOUT_CNT" val="1_1_2_1"/>
</p:tagLst>
</file>

<file path=ppt/tags/tag203.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1"/>
  <p:tag name="KSO_WM_TEMPLATE_CATEGORY" val="custom"/>
  <p:tag name="KSO_WM_UNIT_ID" val="custom1_3*i*2"/>
  <p:tag name="KSO_WM_UNIT_LAYERLEVEL" val="1"/>
</p:tagLst>
</file>

<file path=ppt/tags/tag204.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1"/>
  <p:tag name="KSO_WM_TEMPLATE_CATEGORY" val="custom"/>
  <p:tag name="KSO_WM_UNIT_ID" val="custom1_3*i*1"/>
  <p:tag name="KSO_WM_UNIT_LAYERLEVEL" val="1"/>
</p:tagLst>
</file>

<file path=ppt/tags/tag205.xml><?xml version="1.0" encoding="utf-8"?>
<p:tagLst xmlns:p="http://schemas.openxmlformats.org/presentationml/2006/main">
  <p:tag name="KSO_WM_UNIT_TYPE" val="e"/>
  <p:tag name="KSO_WM_UNIT_INDEX" val="1"/>
  <p:tag name="KSO_WM_BEAUTIFY_FLAG" val="#wm#"/>
  <p:tag name="KSO_WM_TAG_VERSION" val="3.0"/>
  <p:tag name="KSO_WM_TEMPLATE_NEED_RESERVE" val="1"/>
  <p:tag name="KSO_WM_TEMPLATE_INDEX" val="1"/>
  <p:tag name="KSO_WM_TEMPLATE_CATEGORY" val="custom"/>
  <p:tag name="KSO_WM_UNIT_ID" val="custom1_3*e*1"/>
  <p:tag name="KSO_WM_UNIT_LAYERLEVEL" val="1"/>
</p:tagLst>
</file>

<file path=ppt/tags/tag206.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3*d*1"/>
  <p:tag name="KSO_WM_UNIT_LAYERLEVEL" val="1"/>
</p:tagLst>
</file>

<file path=ppt/tags/tag207.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3*a*1"/>
  <p:tag name="KSO_WM_UNIT_LAYERLEVEL" val="1"/>
</p:tagLst>
</file>

<file path=ppt/tags/tag208.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3*j*1"/>
  <p:tag name="KSO_WM_UNIT_LAYERLEVEL" val="1"/>
</p:tagLst>
</file>

<file path=ppt/tags/tag209.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784,240"/>
  <p:tag name="KSO_WM_SLIDE_SUBTYPE" val="pureTxt"/>
  <p:tag name="KSO_WM_SLIDE_ITEM_CNT" val="0"/>
  <p:tag name="KSO_WM_TEMPLATE_INDEX" val="1"/>
  <p:tag name="KSO_WM_SLIDE_THEME_ID" val="20231650"/>
  <p:tag name="KSO_WM_SLIDE_INDEX" val="3"/>
  <p:tag name="KSO_WM_BEAUTIFY_FLAG" val="#wm#"/>
  <p:tag name="KSO_WM_TEMPLATE_CATEGORY" val="custom"/>
  <p:tag name="KSO_WM_SLIDE_ID" val="custom1_3"/>
  <p:tag name="KSO_WM_SLIDE_LAYOUT" val="a_d_e_i_j"/>
  <p:tag name="KSO_WM_SLIDE_LAYOUT_CNT" val="1_1_1_2_1"/>
</p:tagLst>
</file>

<file path=ppt/tags/tag210.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11.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12.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13.xml><?xml version="1.0" encoding="utf-8"?>
<p:tagLst xmlns:p="http://schemas.openxmlformats.org/presentationml/2006/main">
  <p:tag name="KSO_WM_BEAUTIFY_FLAG" val="#fgm#"/>
  <p:tag name="KSO_WM_FIGMA_FLAG" val="#fgm#"/>
  <p:tag name="KSO_WM_UNIT_INDEX" val="1"/>
  <p:tag name="KSO_WM_UNIT_TYPE" val="a"/>
  <p:tag name="KSO_WM_LAYOUT_CHECK_HASH" val="471fafafdd0c0e88fe75e03cc69220845a1b5a91"/>
  <p:tag name="KSO_WM_NEWLAYOUT_GROUP_ID" val="layout_14"/>
  <p:tag name="KSO_WM_NEWLAYOUT_ID" val="slide_fbd1737be693ef9a"/>
  <p:tag name="KSO_WM_UNIT_PRESET_TEXT" val="单击此处添加标题"/>
</p:tagLst>
</file>

<file path=ppt/tags/tag214.xml><?xml version="1.0" encoding="utf-8"?>
<p:tagLst xmlns:p="http://schemas.openxmlformats.org/presentationml/2006/main">
  <p:tag name="KSO_WM_BEAUTIFY_FLAG" val="#fgm#"/>
  <p:tag name="KSO_WM_FIGMA_FLAG" val="#fgm#"/>
  <p:tag name="KSO_WM_UNIT_INDEX" val="1"/>
  <p:tag name="KSO_WM_UNIT_TYPE" val="f"/>
  <p:tag name="KSO_WM_UNIT_PRESET_TEXT" val="单击此处添加正文"/>
</p:tagLst>
</file>

<file path=ppt/tags/tag215.xml><?xml version="1.0" encoding="utf-8"?>
<p:tagLst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fbd1737be693ef9a"/>
</p:tagLst>
</file>

<file path=ppt/tags/tag216.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1"/>
  <p:tag name="KSO_WM_TEMPLATE_CATEGORY" val="custom"/>
  <p:tag name="KSO_WM_UNIT_ID" val="custom1_3*i*2"/>
  <p:tag name="KSO_WM_UNIT_LAYERLEVEL" val="1"/>
</p:tagLst>
</file>

<file path=ppt/tags/tag217.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1"/>
  <p:tag name="KSO_WM_TEMPLATE_CATEGORY" val="custom"/>
  <p:tag name="KSO_WM_UNIT_ID" val="custom1_3*i*1"/>
  <p:tag name="KSO_WM_UNIT_LAYERLEVEL" val="1"/>
</p:tagLst>
</file>

<file path=ppt/tags/tag218.xml><?xml version="1.0" encoding="utf-8"?>
<p:tagLst xmlns:p="http://schemas.openxmlformats.org/presentationml/2006/main">
  <p:tag name="KSO_WM_UNIT_TYPE" val="e"/>
  <p:tag name="KSO_WM_UNIT_INDEX" val="1"/>
  <p:tag name="KSO_WM_BEAUTIFY_FLAG" val="#wm#"/>
  <p:tag name="KSO_WM_TAG_VERSION" val="3.0"/>
  <p:tag name="KSO_WM_TEMPLATE_NEED_RESERVE" val="1"/>
  <p:tag name="KSO_WM_TEMPLATE_INDEX" val="1"/>
  <p:tag name="KSO_WM_TEMPLATE_CATEGORY" val="custom"/>
  <p:tag name="KSO_WM_UNIT_ID" val="custom1_3*e*1"/>
  <p:tag name="KSO_WM_UNIT_LAYERLEVEL" val="1"/>
</p:tagLst>
</file>

<file path=ppt/tags/tag219.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3*d*1"/>
  <p:tag name="KSO_WM_UNIT_LAYERLEVEL" val="1"/>
</p:tagLst>
</file>

<file path=ppt/tags/tag220.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3*a*1"/>
  <p:tag name="KSO_WM_UNIT_LAYERLEVEL" val="1"/>
</p:tagLst>
</file>

<file path=ppt/tags/tag221.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3*j*1"/>
  <p:tag name="KSO_WM_UNIT_LAYERLEVEL" val="1"/>
</p:tagLst>
</file>

<file path=ppt/tags/tag222.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784,240"/>
  <p:tag name="KSO_WM_SLIDE_SUBTYPE" val="pureTxt"/>
  <p:tag name="KSO_WM_SLIDE_ITEM_CNT" val="0"/>
  <p:tag name="KSO_WM_TEMPLATE_INDEX" val="1"/>
  <p:tag name="KSO_WM_SLIDE_THEME_ID" val="20231650"/>
  <p:tag name="KSO_WM_SLIDE_INDEX" val="3"/>
  <p:tag name="KSO_WM_BEAUTIFY_FLAG" val="#wm#"/>
  <p:tag name="KSO_WM_TEMPLATE_CATEGORY" val="custom"/>
  <p:tag name="KSO_WM_SLIDE_ID" val="custom1_3"/>
  <p:tag name="KSO_WM_SLIDE_LAYOUT" val="a_d_e_i_j"/>
  <p:tag name="KSO_WM_SLIDE_LAYOUT_CNT" val="1_1_1_2_1"/>
</p:tagLst>
</file>

<file path=ppt/tags/tag223.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24.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25.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26.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2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2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2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30.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2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23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33.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0494771ff88aefe6"/>
</p:tagLst>
</file>

<file path=ppt/tags/tag234.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35.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36.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37.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3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23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4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41.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24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24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44.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0494771ff88aefe6"/>
</p:tagLst>
</file>

<file path=ppt/tags/tag245.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1"/>
  <p:tag name="KSO_WM_TEMPLATE_CATEGORY" val="custom"/>
  <p:tag name="KSO_WM_UNIT_ID" val="custom1_3*i*2"/>
  <p:tag name="KSO_WM_UNIT_LAYERLEVEL" val="1"/>
</p:tagLst>
</file>

<file path=ppt/tags/tag246.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1"/>
  <p:tag name="KSO_WM_TEMPLATE_CATEGORY" val="custom"/>
  <p:tag name="KSO_WM_UNIT_ID" val="custom1_3*i*1"/>
  <p:tag name="KSO_WM_UNIT_LAYERLEVEL" val="1"/>
</p:tagLst>
</file>

<file path=ppt/tags/tag247.xml><?xml version="1.0" encoding="utf-8"?>
<p:tagLst xmlns:p="http://schemas.openxmlformats.org/presentationml/2006/main">
  <p:tag name="KSO_WM_UNIT_TYPE" val="e"/>
  <p:tag name="KSO_WM_UNIT_INDEX" val="1"/>
  <p:tag name="KSO_WM_BEAUTIFY_FLAG" val="#wm#"/>
  <p:tag name="KSO_WM_TAG_VERSION" val="3.0"/>
  <p:tag name="KSO_WM_TEMPLATE_NEED_RESERVE" val="1"/>
  <p:tag name="KSO_WM_TEMPLATE_INDEX" val="1"/>
  <p:tag name="KSO_WM_TEMPLATE_CATEGORY" val="custom"/>
  <p:tag name="KSO_WM_UNIT_ID" val="custom1_3*e*1"/>
  <p:tag name="KSO_WM_UNIT_LAYERLEVEL" val="1"/>
</p:tagLst>
</file>

<file path=ppt/tags/tag248.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3*d*1"/>
  <p:tag name="KSO_WM_UNIT_LAYERLEVEL" val="1"/>
</p:tagLst>
</file>

<file path=ppt/tags/tag249.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3*a*1"/>
  <p:tag name="KSO_WM_UNIT_LAYERLEVEL" val="1"/>
</p:tagLst>
</file>

<file path=ppt/tags/tag250.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3*j*1"/>
  <p:tag name="KSO_WM_UNIT_LAYERLEVEL" val="1"/>
</p:tagLst>
</file>

<file path=ppt/tags/tag251.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784,240"/>
  <p:tag name="KSO_WM_SLIDE_SUBTYPE" val="pureTxt"/>
  <p:tag name="KSO_WM_SLIDE_ITEM_CNT" val="0"/>
  <p:tag name="KSO_WM_TEMPLATE_INDEX" val="1"/>
  <p:tag name="KSO_WM_SLIDE_THEME_ID" val="20231650"/>
  <p:tag name="KSO_WM_SLIDE_INDEX" val="3"/>
  <p:tag name="KSO_WM_BEAUTIFY_FLAG" val="#wm#"/>
  <p:tag name="KSO_WM_TEMPLATE_CATEGORY" val="custom"/>
  <p:tag name="KSO_WM_SLIDE_ID" val="custom1_3"/>
  <p:tag name="KSO_WM_SLIDE_LAYOUT" val="a_d_e_i_j"/>
  <p:tag name="KSO_WM_SLIDE_LAYOUT_CNT" val="1_1_1_2_1"/>
</p:tagLst>
</file>

<file path=ppt/tags/tag252.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53.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54.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5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5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57.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5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1782e10a2508866f"/>
</p:tagLst>
</file>

<file path=ppt/tags/tag259.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60.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61.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6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26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6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65.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66.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0494771ff88aefe6"/>
</p:tagLst>
</file>

<file path=ppt/tags/tag267.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68.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69.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7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27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27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7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74.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275.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27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27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78.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79.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dda83cf5c91b53dd"/>
</p:tagLst>
</file>

<file path=ppt/tags/tag280.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81.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82.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28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28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85.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28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28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88.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289.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4c738f54614abf31"/>
</p:tagLst>
</file>

<file path=ppt/tags/tag290.xml><?xml version="1.0" encoding="utf-8"?>
<p:tagLst xmlns:p="http://schemas.openxmlformats.org/presentationml/2006/main">
  <p:tag name="KSO_WM_UNIT_TYPE" val="i"/>
  <p:tag name="KSO_WM_DECORATE_TYPE" val="i_cd"/>
  <p:tag name="KSO_WM_UNIT_INDEX" val="2"/>
  <p:tag name="KSO_WM_BEAUTIFY_FLAG" val="#wm#"/>
  <p:tag name="KSO_WM_TAG_VERSION" val="3.0"/>
  <p:tag name="KSO_WM_TEMPLATE_NEED_RESERVE" val="1"/>
  <p:tag name="KSO_WM_TEMPLATE_INDEX" val="1"/>
  <p:tag name="KSO_WM_TEMPLATE_CATEGORY" val="custom"/>
  <p:tag name="KSO_WM_UNIT_ID" val="custom1_3*i*2"/>
  <p:tag name="KSO_WM_UNIT_LAYERLEVEL" val="1"/>
</p:tagLst>
</file>

<file path=ppt/tags/tag291.xml><?xml version="1.0" encoding="utf-8"?>
<p:tagLst xmlns:p="http://schemas.openxmlformats.org/presentationml/2006/main">
  <p:tag name="KSO_WM_UNIT_TYPE" val="i"/>
  <p:tag name="KSO_WM_DECORATE_TYPE" val="i_cd"/>
  <p:tag name="KSO_WM_UNIT_INDEX" val="1"/>
  <p:tag name="KSO_WM_BEAUTIFY_FLAG" val="#wm#"/>
  <p:tag name="KSO_WM_TAG_VERSION" val="3.0"/>
  <p:tag name="KSO_WM_TEMPLATE_NEED_RESERVE" val="1"/>
  <p:tag name="KSO_WM_TEMPLATE_INDEX" val="1"/>
  <p:tag name="KSO_WM_TEMPLATE_CATEGORY" val="custom"/>
  <p:tag name="KSO_WM_UNIT_ID" val="custom1_3*i*1"/>
  <p:tag name="KSO_WM_UNIT_LAYERLEVEL" val="1"/>
</p:tagLst>
</file>

<file path=ppt/tags/tag292.xml><?xml version="1.0" encoding="utf-8"?>
<p:tagLst xmlns:p="http://schemas.openxmlformats.org/presentationml/2006/main">
  <p:tag name="KSO_WM_UNIT_TYPE" val="e"/>
  <p:tag name="KSO_WM_UNIT_INDEX" val="1"/>
  <p:tag name="KSO_WM_BEAUTIFY_FLAG" val="#wm#"/>
  <p:tag name="KSO_WM_TAG_VERSION" val="3.0"/>
  <p:tag name="KSO_WM_TEMPLATE_NEED_RESERVE" val="1"/>
  <p:tag name="KSO_WM_TEMPLATE_INDEX" val="1"/>
  <p:tag name="KSO_WM_TEMPLATE_CATEGORY" val="custom"/>
  <p:tag name="KSO_WM_UNIT_ID" val="custom1_3*e*1"/>
  <p:tag name="KSO_WM_UNIT_LAYERLEVEL" val="1"/>
</p:tagLst>
</file>

<file path=ppt/tags/tag293.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3*d*1"/>
  <p:tag name="KSO_WM_UNIT_LAYERLEVEL" val="1"/>
</p:tagLst>
</file>

<file path=ppt/tags/tag294.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3*a*1"/>
  <p:tag name="KSO_WM_UNIT_LAYERLEVEL" val="1"/>
</p:tagLst>
</file>

<file path=ppt/tags/tag295.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3*j*1"/>
  <p:tag name="KSO_WM_UNIT_LAYERLEVEL" val="1"/>
</p:tagLst>
</file>

<file path=ppt/tags/tag296.xml><?xml version="1.0" encoding="utf-8"?>
<p:tagLst xmlns:p="http://schemas.openxmlformats.org/presentationml/2006/main">
  <p:tag name="KSO_WM_SLIDE_TYPE" val="sectionTitle"/>
  <p:tag name="KSO_WM_TEMPLATE_SUBCATEGORY" val="29"/>
  <p:tag name="KSO_WM_TEMPLATE_COLOR_TYPE" val="0"/>
  <p:tag name="KSO_WM_TAG_VERSION" val="3.0"/>
  <p:tag name="KSO_WM_TEMPLATE_PLACEHOLDER_POS" val="0,0,784,240"/>
  <p:tag name="KSO_WM_SLIDE_SUBTYPE" val="pureTxt"/>
  <p:tag name="KSO_WM_SLIDE_ITEM_CNT" val="0"/>
  <p:tag name="KSO_WM_TEMPLATE_INDEX" val="1"/>
  <p:tag name="KSO_WM_SLIDE_THEME_ID" val="20231650"/>
  <p:tag name="KSO_WM_SLIDE_INDEX" val="3"/>
  <p:tag name="KSO_WM_BEAUTIFY_FLAG" val="#wm#"/>
  <p:tag name="KSO_WM_TEMPLATE_CATEGORY" val="custom"/>
  <p:tag name="KSO_WM_SLIDE_ID" val="custom1_3"/>
  <p:tag name="KSO_WM_SLIDE_LAYOUT" val="a_d_e_i_j"/>
  <p:tag name="KSO_WM_SLIDE_LAYOUT_CNT" val="1_1_1_2_1"/>
</p:tagLst>
</file>

<file path=ppt/tags/tag297.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298.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299.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300.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30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30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0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04.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30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0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07.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0"/>
  <p:tag name="KSO_WM_TEMPLATE_SLIDE_ID" val="slide_0494771ff88aefe6"/>
</p:tagLst>
</file>

<file path=ppt/tags/tag308.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309.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310.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311.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31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1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14.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31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1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1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31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31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20.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32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322.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323.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324.xml><?xml version="1.0" encoding="utf-8"?>
<p:tagLst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0"/>
  <p:tag name="KSO_WM_TEMPLATE_SLIDE_ID" val="slide_90cdd96762bb354a"/>
</p:tagLst>
</file>

<file path=ppt/tags/tag325.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4*i*1"/>
  <p:tag name="KSO_WM_UNIT_LAYERLEVEL" val="1"/>
</p:tagLst>
</file>

<file path=ppt/tags/tag326.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4*j*1"/>
  <p:tag name="KSO_WM_UNIT_LAYERLEVEL" val="1"/>
</p:tagLst>
</file>

<file path=ppt/tags/tag327.xml><?xml version="1.0" encoding="utf-8"?>
<p:tagLst xmlns:p="http://schemas.openxmlformats.org/presentationml/2006/main">
  <p:tag name="KSO_WM_UNIT_TYPE" val="i"/>
  <p:tag name="KSO_WM_DECORATE_TYPE" val="i_bg"/>
  <p:tag name="KSO_WM_UNIT_INDEX" val="4"/>
  <p:tag name="KSO_WM_BEAUTIFY_FLAG" val="#wm#"/>
  <p:tag name="KSO_WM_TAG_VERSION" val="3.0"/>
  <p:tag name="KSO_WM_TEMPLATE_NEED_RESERVE" val="1"/>
  <p:tag name="KSO_WM_TEMPLATE_INDEX" val="1"/>
  <p:tag name="KSO_WM_TEMPLATE_CATEGORY" val="custom"/>
  <p:tag name="KSO_WM_UNIT_ID" val="custom1_4*i*4"/>
  <p:tag name="KSO_WM_UNIT_LAYERLEVEL" val="1"/>
</p:tagLst>
</file>

<file path=ppt/tags/tag3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2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正文"/>
</p:tagLst>
</file>

<file path=ppt/tags/tag330.xml><?xml version="1.0" encoding="utf-8"?>
<p:tagLst xmlns:p="http://schemas.openxmlformats.org/presentationml/2006/main">
  <p:tag name="KSO_WM_BEAUTIFY_FLAG" val="#fgm#"/>
  <p:tag name="KSO_WM_FIGMA_FLAG" val="#fgm#"/>
  <p:tag name="KSO_WM_UNIT_INDEX" val="1"/>
  <p:tag name="KSO_WM_UNIT_TYPE" val="a"/>
  <p:tag name="KSO_WM_LAYOUT_CHECK_HASH" val="29651abd3caf43ecb95b4d9f25f4d72ffba42102"/>
  <p:tag name="KSO_WM_NEWLAYOUT_GROUP_ID" val="layout_2"/>
  <p:tag name="KSO_WM_NEWLAYOUT_ID" val="slide_0494771ff88aefe6"/>
  <p:tag name="KSO_WM_UNIT_PRESET_TEXT" val="单击此处添加标题"/>
</p:tagLst>
</file>

<file path=ppt/tags/tag331.xml><?xml version="1.0" encoding="utf-8"?>
<p:tagLst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0"/>
  <p:tag name="KSO_WM_TEMPLATE_SLIDE_ID" val="slide_be27ab8c54abf262"/>
</p:tagLst>
</file>

<file path=ppt/tags/tag332.xml><?xml version="1.0" encoding="utf-8"?>
<p:tagLst xmlns:p="http://schemas.openxmlformats.org/presentationml/2006/main">
  <p:tag name="KSO_WM_UNIT_TYPE" val="i"/>
  <p:tag name="KSO_WM_DECORATE_TYPE" val="i_bg"/>
  <p:tag name="KSO_WM_UNIT_INDEX" val="1"/>
  <p:tag name="KSO_WM_BEAUTIFY_FLAG" val="#wm#"/>
  <p:tag name="KSO_WM_TAG_VERSION" val="3.0"/>
  <p:tag name="KSO_WM_TEMPLATE_NEED_RESERVE" val="1"/>
  <p:tag name="KSO_WM_TEMPLATE_INDEX" val="1"/>
  <p:tag name="KSO_WM_TEMPLATE_CATEGORY" val="custom"/>
  <p:tag name="KSO_WM_UNIT_ID" val="custom1_5*i*1"/>
  <p:tag name="KSO_WM_UNIT_LAYERLEVEL" val="1"/>
</p:tagLst>
</file>

<file path=ppt/tags/tag333.xml><?xml version="1.0" encoding="utf-8"?>
<p:tagLst xmlns:p="http://schemas.openxmlformats.org/presentationml/2006/main">
  <p:tag name="KSO_WM_UNIT_TYPE" val="d"/>
  <p:tag name="KSO_WM_UNIT_INDEX" val="1"/>
  <p:tag name="KSO_WM_BEAUTIFY_FLAG" val="#wm#"/>
  <p:tag name="KSO_WM_TAG_VERSION" val="3.0"/>
  <p:tag name="KSO_WM_TEMPLATE_NEED_RESERVE" val="1"/>
  <p:tag name="KSO_WM_TEMPLATE_INDEX" val="1"/>
  <p:tag name="KSO_WM_TEMPLATE_CATEGORY" val="custom"/>
  <p:tag name="KSO_WM_UNIT_ID" val="custom1_5*d*1"/>
  <p:tag name="KSO_WM_UNIT_LAYERLEVEL" val="1"/>
</p:tagLst>
</file>

<file path=ppt/tags/tag334.xml><?xml version="1.0" encoding="utf-8"?>
<p:tagLst xmlns:p="http://schemas.openxmlformats.org/presentationml/2006/main">
  <p:tag name="KSO_WM_UNIT_TYPE" val="a"/>
  <p:tag name="KSO_WM_UNIT_INDEX" val="1"/>
  <p:tag name="KSO_WM_BEAUTIFY_FLAG" val="#wm#"/>
  <p:tag name="KSO_WM_TAG_VERSION" val="3.0"/>
  <p:tag name="KSO_WM_TEMPLATE_NEED_RESERVE" val="1"/>
  <p:tag name="KSO_WM_TEMPLATE_INDEX" val="1"/>
  <p:tag name="KSO_WM_TEMPLATE_CATEGORY" val="custom"/>
  <p:tag name="KSO_WM_UNIT_ID" val="custom1_5*a*1"/>
  <p:tag name="KSO_WM_UNIT_LAYERLEVEL" val="1"/>
</p:tagLst>
</file>

<file path=ppt/tags/tag335.xml><?xml version="1.0" encoding="utf-8"?>
<p:tagLst xmlns:p="http://schemas.openxmlformats.org/presentationml/2006/main">
  <p:tag name="KSO_WM_UNIT_TYPE" val="f"/>
  <p:tag name="KSO_WM_UNIT_SUBTYPE" val="a"/>
  <p:tag name="KSO_WM_UNIT_INDEX" val="1"/>
  <p:tag name="KSO_WM_BEAUTIFY_FLAG" val="#wm#"/>
  <p:tag name="KSO_WM_TAG_VERSION" val="3.0"/>
  <p:tag name="KSO_WM_TEMPLATE_NEED_RESERVE" val="1"/>
  <p:tag name="KSO_WM_TEMPLATE_INDEX" val="1"/>
  <p:tag name="KSO_WM_TEMPLATE_CATEGORY" val="custom"/>
  <p:tag name="KSO_WM_UNIT_ID" val="custom1_5*f*1"/>
  <p:tag name="KSO_WM_UNIT_LAYERLEVEL" val="1"/>
</p:tagLst>
</file>

<file path=ppt/tags/tag336.xml><?xml version="1.0" encoding="utf-8"?>
<p:tagLst xmlns:p="http://schemas.openxmlformats.org/presentationml/2006/main">
  <p:tag name="KSO_WM_UNIT_TYPE" val="j"/>
  <p:tag name="KSO_WM_DECORATE_TYPE" val="i_lg"/>
  <p:tag name="KSO_WM_UNIT_INDEX" val="1"/>
  <p:tag name="KSO_WM_BEAUTIFY_FLAG" val="#wm#"/>
  <p:tag name="KSO_WM_TAG_VERSION" val="3.0"/>
  <p:tag name="KSO_WM_TEMPLATE_NEED_RESERVE" val="1"/>
  <p:tag name="KSO_WM_TEMPLATE_INDEX" val="1"/>
  <p:tag name="KSO_WM_TEMPLATE_CATEGORY" val="custom"/>
  <p:tag name="KSO_WM_UNIT_ID" val="custom1_5*j*1"/>
  <p:tag name="KSO_WM_UNIT_LAYERLEVEL" val="1"/>
</p:tagLst>
</file>

<file path=ppt/tags/tag337.xml><?xml version="1.0" encoding="utf-8"?>
<p:tagLst xmlns:p="http://schemas.openxmlformats.org/presentationml/2006/main">
  <p:tag name="KSO_WM_SLIDE_TYPE" val="endPage"/>
  <p:tag name="KSO_WM_TEMPLATE_SUBCATEGORY" val="29"/>
  <p:tag name="KSO_WM_TEMPLATE_COLOR_TYPE" val="0"/>
  <p:tag name="KSO_WM_TAG_VERSION" val="3.0"/>
  <p:tag name="KSO_WM_TEMPLATE_PLACEHOLDER_POS" val="334,193.125,622,311.25"/>
  <p:tag name="KSO_WM_SLIDE_SUBTYPE" val="pureTxt"/>
  <p:tag name="KSO_WM_SLIDE_ITEM_CNT" val="0"/>
  <p:tag name="KSO_WM_TEMPLATE_INDEX" val="1"/>
  <p:tag name="KSO_WM_SLIDE_THEME_ID" val="20236234"/>
  <p:tag name="KSO_WM_SLIDE_INDEX" val="5"/>
  <p:tag name="KSO_WM_BEAUTIFY_FLAG" val="#wm#"/>
  <p:tag name="KSO_WM_TEMPLATE_CATEGORY" val="custom"/>
  <p:tag name="KSO_WM_SLIDE_ID" val="custom1_5"/>
  <p:tag name="KSO_WM_SLIDE_LAYOUT" val="a_d_f_i_j"/>
  <p:tag name="KSO_WM_SLIDE_LAYOUT_CNT" val="1_1_1_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思源黑体 CN Heavy"/>
        <a:ea typeface="思源黑体 CN Heavy"/>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Heavy"/>
        <a:ea typeface="思源黑体 CN Heavy"/>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1914</Words>
  <Application>WPS 演示</Application>
  <PresentationFormat>宽屏</PresentationFormat>
  <Paragraphs>223</Paragraphs>
  <Slides>17</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17</vt:i4>
      </vt:variant>
    </vt:vector>
  </HeadingPairs>
  <TitlesOfParts>
    <vt:vector size="31" baseType="lpstr">
      <vt:lpstr>Arial</vt:lpstr>
      <vt:lpstr>宋体</vt:lpstr>
      <vt:lpstr>Wingdings</vt:lpstr>
      <vt:lpstr>微软雅黑</vt:lpstr>
      <vt:lpstr>思源黑体 CN Heavy</vt:lpstr>
      <vt:lpstr>黑体</vt:lpstr>
      <vt:lpstr>思源黑体 CN Heavy</vt:lpstr>
      <vt:lpstr>思源黑体 CN Medium</vt:lpstr>
      <vt:lpstr>等线</vt:lpstr>
      <vt:lpstr>Arial Unicode MS</vt:lpstr>
      <vt:lpstr>等线 Light</vt:lpstr>
      <vt:lpstr>Calibri</vt:lpstr>
      <vt:lpstr>Office 主题</vt:lpstr>
      <vt:lpstr>Office 主题​​</vt:lpstr>
      <vt:lpstr>PowerPoint 演示文稿</vt:lpstr>
      <vt:lpstr>PowerPoint 演示文稿</vt:lpstr>
      <vt:lpstr>PowerPoint 演示文稿</vt:lpstr>
      <vt:lpstr>日志的重要性与传统局限</vt:lpstr>
      <vt:lpstr>PowerPoint 演示文稿</vt:lpstr>
      <vt:lpstr>为什么选择LLM？</vt:lpstr>
      <vt:lpstr>增强技术：思维链与上下文学习</vt:lpstr>
      <vt:lpstr>PowerPoint 演示文稿</vt:lpstr>
      <vt:lpstr>PowerPoint 演示文稿</vt:lpstr>
      <vt:lpstr>PowerPoint 演示文稿</vt:lpstr>
      <vt:lpstr>PowerPoint 演示文稿</vt:lpstr>
      <vt:lpstr>PowerPoint 演示文稿</vt:lpstr>
      <vt:lpstr>PowerPoint 演示文稿</vt:lpstr>
      <vt:lpstr>方法优势与现有不足</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李梦瑶</cp:lastModifiedBy>
  <cp:revision>3</cp:revision>
  <dcterms:created xsi:type="dcterms:W3CDTF">2026-01-18T07:55:00Z</dcterms:created>
  <dcterms:modified xsi:type="dcterms:W3CDTF">2026-01-18T09:44:14Z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1A8697AA87A84AFC913310B46D1F9BAE_13</vt:lpwstr>
  </property>
</Properties>
</file>